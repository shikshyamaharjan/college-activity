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5" r:id="rId2"/>
    <p:sldId id="278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57" r:id="rId16"/>
    <p:sldId id="258" r:id="rId17"/>
    <p:sldId id="259" r:id="rId18"/>
    <p:sldId id="261" r:id="rId19"/>
    <p:sldId id="262" r:id="rId20"/>
    <p:sldId id="263" r:id="rId21"/>
    <p:sldId id="264" r:id="rId22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21D216-A5FC-46F1-9710-874CE137DA7F}" v="315" dt="2025-08-03T16:51:25.870"/>
    <p1510:client id="{45396A4E-4411-4C48-8B30-E05044FE5786}" v="2267" dt="2025-08-03T16:37:41.450"/>
    <p1510:client id="{75D12940-E58E-A022-3EE2-313B40F97D51}" v="91" dt="2025-08-03T17:27:57.3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69" d="100"/>
          <a:sy n="69" d="100"/>
        </p:scale>
        <p:origin x="5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95C89-2E28-4777-95B0-BA7EECAE3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9928" y="987552"/>
            <a:ext cx="8385048" cy="3081528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052321-4D71-4DA8-BD2C-DC22FC1525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5506" y="4480561"/>
            <a:ext cx="5993892" cy="1166495"/>
          </a:xfrm>
        </p:spPr>
        <p:txBody>
          <a:bodyPr>
            <a:normAutofit/>
          </a:bodyPr>
          <a:lstStyle>
            <a:lvl1pPr marL="0" indent="0" algn="ctr">
              <a:buNone/>
              <a:defRPr sz="1400" cap="all" spc="600" baseline="0"/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37183-71EA-4A92-8609-41ECB53F4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8949A-688B-4AED-AA8E-F203BA3310F5}" type="datetimeFigureOut">
              <a:rPr lang="en-US" dirty="0"/>
              <a:t>8/4/2025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F2E6-1ECC-4081-8EBF-C80C6C94A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3FA67-CD72-4503-BA25-FEC880107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713328"/>
      </p:ext>
    </p:extLst>
  </p:cSld>
  <p:clrMapOvr>
    <a:masterClrMapping/>
  </p:clrMapOvr>
  <p:transition spd="med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BA523-EF01-4656-9D54-347E984FD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52871-79D5-420E-8207-BEF7BE44A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D32D3-8223-4851-BB8E-CB489B975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7B2A-1291-46F4-B4CC-8BAFDF935B56}" type="datetimeFigureOut">
              <a:rPr lang="en-US" dirty="0"/>
              <a:t>8/4/2025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4444B-9FC3-414D-8EA0-15AB806D5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C448B-FCF6-40C5-8BB6-15B70E889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794070"/>
      </p:ext>
    </p:extLst>
  </p:cSld>
  <p:clrMapOvr>
    <a:masterClrMapping/>
  </p:clrMapOvr>
  <p:transition spd="med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F79BA-620F-4443-807B-BE44F36F9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709738"/>
            <a:ext cx="9430811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9A625-6442-4047-B545-433C44512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4589463"/>
            <a:ext cx="943081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EAA30-3B1A-4BEA-9835-33D207245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6B3B4-A63D-42FA-B9D1-41D36384F384}" type="datetimeFigureOut">
              <a:rPr lang="en-US" dirty="0"/>
              <a:t>8/4/2025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56440-3149-446F-8105-485333B18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FEDB1-D604-4E10-B334-5DB303498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559589"/>
      </p:ext>
    </p:extLst>
  </p:cSld>
  <p:clrMapOvr>
    <a:masterClrMapping/>
  </p:clrMapOvr>
  <p:transition spd="med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6E563-D552-439E-8DF5-45062D87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36873-2DD5-456E-A3A9-FE408419E3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9848" y="1825625"/>
            <a:ext cx="4684057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C6B04C-FB9E-4A9E-8892-4B5B70289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9802" y="1825625"/>
            <a:ext cx="4684058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E2F0B4-0E86-473E-BC42-78D856A00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F0803-F60A-46DD-B88E-307855619A34}" type="datetimeFigureOut">
              <a:rPr lang="en-US" dirty="0"/>
              <a:t>8/4/2025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2B9537-F43C-4042-B165-A00358F9E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9F52F-61F2-4FEE-8989-2FB400190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967615"/>
      </p:ext>
    </p:extLst>
  </p:cSld>
  <p:clrMapOvr>
    <a:masterClrMapping/>
  </p:clrMapOvr>
  <p:transition spd="med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32E5C-0B2D-4DB5-95F6-3C2C825DF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89993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F1C53-3F27-42E6-BE80-1DF579857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4872132" cy="823912"/>
          </a:xfrm>
        </p:spPr>
        <p:txBody>
          <a:bodyPr anchor="b">
            <a:no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8CC6CB-F028-4322-B54F-571203106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7" y="2510632"/>
            <a:ext cx="4872133" cy="3684588"/>
          </a:xfrm>
        </p:spPr>
        <p:txBody>
          <a:bodyPr/>
          <a:lstStyle>
            <a:lvl2pPr>
              <a:defRPr b="1"/>
            </a:lvl2pPr>
            <a:lvl3pPr>
              <a:defRPr b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AD2CD7-554E-4EAA-BAF6-86ABB7E81D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89809" y="1681163"/>
            <a:ext cx="4849909" cy="823912"/>
          </a:xfrm>
        </p:spPr>
        <p:txBody>
          <a:bodyPr anchor="b">
            <a:no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82A2D6-379C-4D26-90AC-9F2F46DCE7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89810" y="2505075"/>
            <a:ext cx="4872134" cy="3684588"/>
          </a:xfrm>
        </p:spPr>
        <p:txBody>
          <a:bodyPr/>
          <a:lstStyle>
            <a:lvl2pPr>
              <a:defRPr b="1"/>
            </a:lvl2pPr>
            <a:lvl3pPr>
              <a:defRPr b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A0E4F3-8A65-4788-AE96-1FB2060F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B4245-B7F0-48F5-9A59-408A637F0829}" type="datetimeFigureOut">
              <a:rPr lang="en-US" dirty="0"/>
              <a:t>8/4/2025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522DA4-5EE1-440C-ADDE-D7B4F77B4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BC291E-B8EF-4ED7-A04A-23426C220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950842"/>
      </p:ext>
    </p:extLst>
  </p:cSld>
  <p:clrMapOvr>
    <a:masterClrMapping/>
  </p:clrMapOvr>
  <p:transition spd="med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CB818-E8D0-497B-9A7E-4F281D0DB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E82B9D-CD58-4C05-8A78-CB6E0E9D4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9FBFC-AFD0-49F7-9AAB-86AF5F4471C2}" type="datetimeFigureOut">
              <a:rPr lang="en-US" dirty="0"/>
              <a:t>8/4/2025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DE60CD-D6F3-40A7-BB8B-FEC8E3156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2B832-C4FE-4F88-85EA-DDC16A82B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529858"/>
      </p:ext>
    </p:extLst>
  </p:cSld>
  <p:clrMapOvr>
    <a:masterClrMapping/>
  </p:clrMapOvr>
  <p:transition spd="med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75B2FC-801A-44A4-96BF-26A9E8B2A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EFA3-A6B6-4916-BD87-2F7F0B6DE4AC}" type="datetimeFigureOut">
              <a:rPr lang="en-US" dirty="0"/>
              <a:t>8/4/2025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127F04-7E7E-485C-8B30-6B89E5A69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33C81-AA74-4BCE-AA9E-56E5791D0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82800"/>
      </p:ext>
    </p:extLst>
  </p:cSld>
  <p:clrMapOvr>
    <a:masterClrMapping/>
  </p:clrMapOvr>
  <p:transition spd="med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FD3CB-0541-46AD-B35E-0E0A1375E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8EFDE-1D7D-46B8-AB55-A3C02EDD1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5652153" cy="5403850"/>
          </a:xfrm>
        </p:spPr>
        <p:txBody>
          <a:bodyPr/>
          <a:lstStyle>
            <a:lvl1pPr>
              <a:defRPr sz="3200"/>
            </a:lvl1pPr>
            <a:lvl2pPr>
              <a:defRPr sz="2800" b="1"/>
            </a:lvl2pPr>
            <a:lvl3pPr>
              <a:defRPr sz="2400" b="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1D2F5-DB36-4943-8A14-96AFC4883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C07D4-6597-444C-9EFD-62021AE76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28FE2-E902-4B86-B2C7-4AE6B54CDB70}" type="datetimeFigureOut">
              <a:rPr lang="en-US" dirty="0"/>
              <a:t>8/4/2025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2D0D2C-70E8-4A24-9727-BEAF10B17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D9E0F6-7216-48A1-8BCA-770C6DE38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740296"/>
      </p:ext>
    </p:extLst>
  </p:cSld>
  <p:clrMapOvr>
    <a:masterClrMapping/>
  </p:clrMapOvr>
  <p:transition spd="med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CBEBD-5F1A-4111-A7F2-1CE82C9A6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0517FB-4008-4F68-B193-482971BA720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606C5F-0885-458F-9B21-47E60171B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886F2E-B752-4D78-8DC4-C96A1A00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74E58-F253-4E0F-B41E-2DC0E51ABEA1}" type="datetimeFigureOut">
              <a:rPr lang="en-US" dirty="0"/>
              <a:t>8/4/2025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C37751-8BB8-4224-870A-A2953E760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2CE94-BD7E-44B3-9B5E-67D4BD317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347180"/>
      </p:ext>
    </p:extLst>
  </p:cSld>
  <p:clrMapOvr>
    <a:masterClrMapping/>
  </p:clrMapOvr>
  <p:transition spd="med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83CBE-1EA9-4E8B-A281-C50B792E5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2EB1A0-A59D-4CB9-BABB-C6BF1D2E99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6265B-940D-433C-AD76-2D6A42449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30231-6059-4AF0-B828-13FEB68C6E43}" type="datetimeFigureOut">
              <a:rPr lang="en-US" dirty="0"/>
              <a:t>8/4/2025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AB98E-314F-45C4-9A64-AD3FAE051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49F32-B214-4A0C-8669-7FE4BA445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432754"/>
      </p:ext>
    </p:extLst>
  </p:cSld>
  <p:clrMapOvr>
    <a:masterClrMapping/>
  </p:clrMapOvr>
  <p:transition spd="med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DE4A6D-DAA1-4551-A093-3C36C1C8C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25FDA9-71CD-4B86-B291-BEBA43D8E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9F5B1-B635-4479-A426-B1D406650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6E087-9EB9-42E7-B62A-9B8FE3556101}" type="datetimeFigureOut">
              <a:rPr lang="en-US" dirty="0"/>
              <a:t>8/4/2025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33098-8769-47C3-80B2-C2942F984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A9297-65D4-45BE-BE6C-5531FC6A5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596192"/>
      </p:ext>
    </p:extLst>
  </p:cSld>
  <p:clrMapOvr>
    <a:masterClrMapping/>
  </p:clrMapOvr>
  <p:transition spd="med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1AFD227-869A-489C-A9B5-3F0498DF3C0C}"/>
              </a:ext>
            </a:extLst>
          </p:cNvPr>
          <p:cNvGrpSpPr/>
          <p:nvPr/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chemeClr val="bg2">
              <a:lumMod val="90000"/>
            </a:schemeClr>
          </a:solidFill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2704B34-199B-4964-9C78-3AB9735915AA}"/>
                </a:ext>
              </a:extLst>
            </p:cNvPr>
            <p:cNvSpPr/>
            <p:nvPr/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/>
              <a:ahLst/>
              <a:cxnLst/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8B1E8DB8-017D-454E-849F-EE5742849FD4}"/>
                </a:ext>
              </a:extLst>
            </p:cNvPr>
            <p:cNvSpPr/>
            <p:nvPr/>
          </p:nvSpPr>
          <p:spPr bwMode="auto">
            <a:xfrm rot="5400000">
              <a:off x="11475034" y="77813"/>
              <a:ext cx="138242" cy="88130"/>
            </a:xfrm>
            <a:custGeom>
              <a:avLst/>
              <a:gdLst/>
              <a:ahLst/>
              <a:cxnLst/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" name="Freeform 15">
              <a:extLst>
                <a:ext uri="{FF2B5EF4-FFF2-40B4-BE49-F238E27FC236}">
                  <a16:creationId xmlns:a16="http://schemas.microsoft.com/office/drawing/2014/main" id="{16D80E5D-5099-41C4-A80A-1B1538C382FC}"/>
                </a:ext>
              </a:extLst>
            </p:cNvPr>
            <p:cNvSpPr/>
            <p:nvPr/>
          </p:nvSpPr>
          <p:spPr bwMode="auto">
            <a:xfrm rot="5400000">
              <a:off x="11478964" y="592010"/>
              <a:ext cx="121406" cy="72626"/>
            </a:xfrm>
            <a:custGeom>
              <a:avLst/>
              <a:gdLst/>
              <a:ahLst/>
              <a:cxnLst/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" name="Freeform 18">
              <a:extLst>
                <a:ext uri="{FF2B5EF4-FFF2-40B4-BE49-F238E27FC236}">
                  <a16:creationId xmlns:a16="http://schemas.microsoft.com/office/drawing/2014/main" id="{947751E1-E2F4-467E-B547-3BD4BAB7F560}"/>
                </a:ext>
              </a:extLst>
            </p:cNvPr>
            <p:cNvSpPr/>
            <p:nvPr/>
          </p:nvSpPr>
          <p:spPr bwMode="auto">
            <a:xfrm rot="5400000">
              <a:off x="11482378" y="335267"/>
              <a:ext cx="138242" cy="78339"/>
            </a:xfrm>
            <a:custGeom>
              <a:avLst/>
              <a:gdLst/>
              <a:ahLst/>
              <a:cxnLst/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19">
              <a:extLst>
                <a:ext uri="{FF2B5EF4-FFF2-40B4-BE49-F238E27FC236}">
                  <a16:creationId xmlns:a16="http://schemas.microsoft.com/office/drawing/2014/main" id="{55D8869B-B701-4268-9856-876345C8AE3F}"/>
                </a:ext>
              </a:extLst>
            </p:cNvPr>
            <p:cNvSpPr/>
            <p:nvPr/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/>
              <a:ahLst/>
              <a:cxnLst/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0">
              <a:extLst>
                <a:ext uri="{FF2B5EF4-FFF2-40B4-BE49-F238E27FC236}">
                  <a16:creationId xmlns:a16="http://schemas.microsoft.com/office/drawing/2014/main" id="{A25CA59C-849F-4CE4-A9B0-293F98DE2C7C}"/>
                </a:ext>
              </a:extLst>
            </p:cNvPr>
            <p:cNvSpPr/>
            <p:nvPr/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/>
              <a:ahLst/>
              <a:cxnLst/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22">
              <a:extLst>
                <a:ext uri="{FF2B5EF4-FFF2-40B4-BE49-F238E27FC236}">
                  <a16:creationId xmlns:a16="http://schemas.microsoft.com/office/drawing/2014/main" id="{FE000DB1-AAA1-4BFF-8F14-53624C2F9E0B}"/>
                </a:ext>
              </a:extLst>
            </p:cNvPr>
            <p:cNvSpPr/>
            <p:nvPr/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/>
              <a:ahLst/>
              <a:cxnLst/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23">
              <a:extLst>
                <a:ext uri="{FF2B5EF4-FFF2-40B4-BE49-F238E27FC236}">
                  <a16:creationId xmlns:a16="http://schemas.microsoft.com/office/drawing/2014/main" id="{5EEFBC14-7E5B-47B2-B5E3-E90991F89191}"/>
                </a:ext>
              </a:extLst>
            </p:cNvPr>
            <p:cNvSpPr/>
            <p:nvPr/>
          </p:nvSpPr>
          <p:spPr bwMode="auto">
            <a:xfrm rot="5400000">
              <a:off x="11440085" y="836978"/>
              <a:ext cx="134697" cy="81603"/>
            </a:xfrm>
            <a:custGeom>
              <a:avLst/>
              <a:gdLst/>
              <a:ahLst/>
              <a:cxnLst/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id="{00AFF6E4-A34A-4FD3-8C57-BB96114822D1}"/>
                </a:ext>
              </a:extLst>
            </p:cNvPr>
            <p:cNvSpPr/>
            <p:nvPr/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/>
              <a:ahLst/>
              <a:cxnLst/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27">
              <a:extLst>
                <a:ext uri="{FF2B5EF4-FFF2-40B4-BE49-F238E27FC236}">
                  <a16:creationId xmlns:a16="http://schemas.microsoft.com/office/drawing/2014/main" id="{C63A8474-C075-4441-A0B3-52286EA50093}"/>
                </a:ext>
              </a:extLst>
            </p:cNvPr>
            <p:cNvSpPr/>
            <p:nvPr/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/>
              <a:ahLst/>
              <a:cxnLst/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35DA4698-A2ED-4512-8887-F12D3F14372A}"/>
                </a:ext>
              </a:extLst>
            </p:cNvPr>
            <p:cNvSpPr/>
            <p:nvPr/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/>
              <a:ahLst/>
              <a:cxnLst/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3358E118-D590-4E50-B21C-6CDAA1CCAFCB}"/>
                </a:ext>
              </a:extLst>
            </p:cNvPr>
            <p:cNvSpPr/>
            <p:nvPr/>
          </p:nvSpPr>
          <p:spPr bwMode="auto">
            <a:xfrm rot="5400000">
              <a:off x="11480119" y="1078297"/>
              <a:ext cx="9748" cy="5712"/>
            </a:xfrm>
            <a:custGeom>
              <a:avLst/>
              <a:gdLst/>
              <a:ahLst/>
              <a:cxnLst/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F1EE889E-60FF-423F-ADCB-6CBEE853A040}"/>
                </a:ext>
              </a:extLst>
            </p:cNvPr>
            <p:cNvSpPr/>
            <p:nvPr/>
          </p:nvSpPr>
          <p:spPr bwMode="auto">
            <a:xfrm rot="5400000">
              <a:off x="11194111" y="860614"/>
              <a:ext cx="143559" cy="75075"/>
            </a:xfrm>
            <a:custGeom>
              <a:avLst/>
              <a:gdLst/>
              <a:ahLst/>
              <a:cxnLst/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51">
              <a:extLst>
                <a:ext uri="{FF2B5EF4-FFF2-40B4-BE49-F238E27FC236}">
                  <a16:creationId xmlns:a16="http://schemas.microsoft.com/office/drawing/2014/main" id="{A4AA0634-0A7C-4A35-8EB7-775200F129FD}"/>
                </a:ext>
              </a:extLst>
            </p:cNvPr>
            <p:cNvSpPr/>
            <p:nvPr/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/>
              <a:ahLst/>
              <a:cxnLst/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52">
              <a:extLst>
                <a:ext uri="{FF2B5EF4-FFF2-40B4-BE49-F238E27FC236}">
                  <a16:creationId xmlns:a16="http://schemas.microsoft.com/office/drawing/2014/main" id="{EBA21558-CAC3-445C-8882-5D4A0C6D2A0E}"/>
                </a:ext>
              </a:extLst>
            </p:cNvPr>
            <p:cNvSpPr/>
            <p:nvPr/>
          </p:nvSpPr>
          <p:spPr bwMode="auto">
            <a:xfrm rot="5400000">
              <a:off x="11164085" y="450599"/>
              <a:ext cx="118747" cy="81603"/>
            </a:xfrm>
            <a:custGeom>
              <a:avLst/>
              <a:gdLst/>
              <a:ahLst/>
              <a:cxnLst/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3" name="Freeform 53">
              <a:extLst>
                <a:ext uri="{FF2B5EF4-FFF2-40B4-BE49-F238E27FC236}">
                  <a16:creationId xmlns:a16="http://schemas.microsoft.com/office/drawing/2014/main" id="{2E9415F1-5D31-4C25-9E26-203EEF500877}"/>
                </a:ext>
              </a:extLst>
            </p:cNvPr>
            <p:cNvSpPr/>
            <p:nvPr/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/>
              <a:ahLst/>
              <a:cxnLst/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4" name="Freeform 54">
              <a:extLst>
                <a:ext uri="{FF2B5EF4-FFF2-40B4-BE49-F238E27FC236}">
                  <a16:creationId xmlns:a16="http://schemas.microsoft.com/office/drawing/2014/main" id="{622FC1F6-879A-45BA-8752-08020C39CE29}"/>
                </a:ext>
              </a:extLst>
            </p:cNvPr>
            <p:cNvSpPr/>
            <p:nvPr/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/>
              <a:ahLst/>
              <a:cxnLst/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55">
              <a:extLst>
                <a:ext uri="{FF2B5EF4-FFF2-40B4-BE49-F238E27FC236}">
                  <a16:creationId xmlns:a16="http://schemas.microsoft.com/office/drawing/2014/main" id="{BA09826C-58E2-48C5-9666-333326C2CA44}"/>
                </a:ext>
              </a:extLst>
            </p:cNvPr>
            <p:cNvSpPr/>
            <p:nvPr/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/>
              <a:ahLst/>
              <a:cxnLst/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56">
              <a:extLst>
                <a:ext uri="{FF2B5EF4-FFF2-40B4-BE49-F238E27FC236}">
                  <a16:creationId xmlns:a16="http://schemas.microsoft.com/office/drawing/2014/main" id="{A6D3555F-4EA1-4EA7-9D08-2D75CE51927B}"/>
                </a:ext>
              </a:extLst>
            </p:cNvPr>
            <p:cNvSpPr/>
            <p:nvPr/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/>
              <a:ahLst/>
              <a:cxnLst/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57">
              <a:extLst>
                <a:ext uri="{FF2B5EF4-FFF2-40B4-BE49-F238E27FC236}">
                  <a16:creationId xmlns:a16="http://schemas.microsoft.com/office/drawing/2014/main" id="{60FA20E8-EDAA-4310-B870-97807901AC18}"/>
                </a:ext>
              </a:extLst>
            </p:cNvPr>
            <p:cNvSpPr/>
            <p:nvPr/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/>
              <a:ahLst/>
              <a:cxnLst/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59">
              <a:extLst>
                <a:ext uri="{FF2B5EF4-FFF2-40B4-BE49-F238E27FC236}">
                  <a16:creationId xmlns:a16="http://schemas.microsoft.com/office/drawing/2014/main" id="{F5552AA2-C2AB-4D59-B6EF-E8E5EE110E52}"/>
                </a:ext>
              </a:extLst>
            </p:cNvPr>
            <p:cNvSpPr/>
            <p:nvPr/>
          </p:nvSpPr>
          <p:spPr bwMode="auto">
            <a:xfrm rot="5400000">
              <a:off x="11120625" y="255502"/>
              <a:ext cx="124063" cy="78339"/>
            </a:xfrm>
            <a:custGeom>
              <a:avLst/>
              <a:gdLst/>
              <a:ahLst/>
              <a:cxnLst/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60">
              <a:extLst>
                <a:ext uri="{FF2B5EF4-FFF2-40B4-BE49-F238E27FC236}">
                  <a16:creationId xmlns:a16="http://schemas.microsoft.com/office/drawing/2014/main" id="{0BA267D0-8F6B-4803-B948-70E29B4587EB}"/>
                </a:ext>
              </a:extLst>
            </p:cNvPr>
            <p:cNvSpPr/>
            <p:nvPr/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/>
              <a:ahLst/>
              <a:cxnLst/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61">
              <a:extLst>
                <a:ext uri="{FF2B5EF4-FFF2-40B4-BE49-F238E27FC236}">
                  <a16:creationId xmlns:a16="http://schemas.microsoft.com/office/drawing/2014/main" id="{86E372A3-B9F4-4FEE-8B96-D9AD879E214E}"/>
                </a:ext>
              </a:extLst>
            </p:cNvPr>
            <p:cNvSpPr/>
            <p:nvPr/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/>
              <a:ahLst/>
              <a:cxnLst/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FF0C4564-5DA6-4224-A8B7-85CE1323DE8F}"/>
                </a:ext>
              </a:extLst>
            </p:cNvPr>
            <p:cNvSpPr/>
            <p:nvPr/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/>
              <a:ahLst/>
              <a:cxnLst/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19F31D0D-C43D-4BB0-A13C-9524B84117D4}"/>
                </a:ext>
              </a:extLst>
            </p:cNvPr>
            <p:cNvSpPr/>
            <p:nvPr/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/>
              <a:ahLst/>
              <a:cxnLst/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6B32FB03-B0FE-4731-BE41-C59AFB49FBF5}"/>
                </a:ext>
              </a:extLst>
            </p:cNvPr>
            <p:cNvSpPr/>
            <p:nvPr/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/>
              <a:ahLst/>
              <a:cxnLst/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BDD5B6F0-1E17-4DCD-AE5F-ED8C48892FEF}"/>
                </a:ext>
              </a:extLst>
            </p:cNvPr>
            <p:cNvSpPr/>
            <p:nvPr/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/>
              <a:ahLst/>
              <a:cxnLst/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0290BE17-E89B-4AF9-B3F6-AF4884D52467}"/>
                </a:ext>
              </a:extLst>
            </p:cNvPr>
            <p:cNvSpPr/>
            <p:nvPr/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/>
              <a:ahLst/>
              <a:cxnLst/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85F63089-F77F-4F02-8417-AAC1847FBCA7}"/>
                </a:ext>
              </a:extLst>
            </p:cNvPr>
            <p:cNvSpPr/>
            <p:nvPr/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/>
              <a:ahLst/>
              <a:cxnLst/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7B01CD5E-570F-4CBF-9904-94F30D928C54}"/>
                </a:ext>
              </a:extLst>
            </p:cNvPr>
            <p:cNvSpPr/>
            <p:nvPr/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/>
              <a:ahLst/>
              <a:cxnLst/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7EE6A672-2915-4B03-99A9-9364D5F1521E}"/>
                </a:ext>
              </a:extLst>
            </p:cNvPr>
            <p:cNvSpPr/>
            <p:nvPr/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/>
              <a:ahLst/>
              <a:cxnLst/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2136B643-14E1-443A-BC1C-06ADAE65C30F}"/>
                </a:ext>
              </a:extLst>
            </p:cNvPr>
            <p:cNvSpPr/>
            <p:nvPr/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/>
              <a:ahLst/>
              <a:cxnLst/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0" name="Freeform 16">
              <a:extLst>
                <a:ext uri="{FF2B5EF4-FFF2-40B4-BE49-F238E27FC236}">
                  <a16:creationId xmlns:a16="http://schemas.microsoft.com/office/drawing/2014/main" id="{867FA393-4F37-4E1A-870B-F96775FAB7E8}"/>
                </a:ext>
              </a:extLst>
            </p:cNvPr>
            <p:cNvSpPr/>
            <p:nvPr/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/>
              <a:ahLst/>
              <a:cxnLst/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1" name="Freeform 17">
              <a:extLst>
                <a:ext uri="{FF2B5EF4-FFF2-40B4-BE49-F238E27FC236}">
                  <a16:creationId xmlns:a16="http://schemas.microsoft.com/office/drawing/2014/main" id="{E225A1BE-FAD2-4764-A7E4-A6DA07D0573B}"/>
                </a:ext>
              </a:extLst>
            </p:cNvPr>
            <p:cNvSpPr/>
            <p:nvPr/>
          </p:nvSpPr>
          <p:spPr bwMode="auto">
            <a:xfrm rot="5400000">
              <a:off x="11395443" y="5347417"/>
              <a:ext cx="94821" cy="69362"/>
            </a:xfrm>
            <a:custGeom>
              <a:avLst/>
              <a:gdLst/>
              <a:ahLst/>
              <a:cxnLst/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2" name="Freeform 21">
              <a:extLst>
                <a:ext uri="{FF2B5EF4-FFF2-40B4-BE49-F238E27FC236}">
                  <a16:creationId xmlns:a16="http://schemas.microsoft.com/office/drawing/2014/main" id="{25D65388-C7E0-4C07-822A-03C5009C6D1E}"/>
                </a:ext>
              </a:extLst>
            </p:cNvPr>
            <p:cNvSpPr/>
            <p:nvPr/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/>
              <a:ahLst/>
              <a:cxnLst/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E1D79822-C494-449C-B439-F437DAD4F218}"/>
                </a:ext>
              </a:extLst>
            </p:cNvPr>
            <p:cNvSpPr/>
            <p:nvPr/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/>
              <a:ahLst/>
              <a:cxnLst/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4" name="Freeform 29">
              <a:extLst>
                <a:ext uri="{FF2B5EF4-FFF2-40B4-BE49-F238E27FC236}">
                  <a16:creationId xmlns:a16="http://schemas.microsoft.com/office/drawing/2014/main" id="{CDB324E5-E8D9-40E3-BAB4-1F87E67E4F46}"/>
                </a:ext>
              </a:extLst>
            </p:cNvPr>
            <p:cNvSpPr/>
            <p:nvPr/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/>
              <a:ahLst/>
              <a:cxnLst/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5" name="Freeform 31">
              <a:extLst>
                <a:ext uri="{FF2B5EF4-FFF2-40B4-BE49-F238E27FC236}">
                  <a16:creationId xmlns:a16="http://schemas.microsoft.com/office/drawing/2014/main" id="{15404AB3-12EB-462E-85A2-AF4A7E91D729}"/>
                </a:ext>
              </a:extLst>
            </p:cNvPr>
            <p:cNvSpPr/>
            <p:nvPr/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/>
              <a:ahLst/>
              <a:cxnLst/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6" name="Freeform 32">
              <a:extLst>
                <a:ext uri="{FF2B5EF4-FFF2-40B4-BE49-F238E27FC236}">
                  <a16:creationId xmlns:a16="http://schemas.microsoft.com/office/drawing/2014/main" id="{228021CB-53B3-4BCC-A14C-0B6951FC971F}"/>
                </a:ext>
              </a:extLst>
            </p:cNvPr>
            <p:cNvSpPr/>
            <p:nvPr/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/>
              <a:ahLst/>
              <a:cxnLst/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7" name="Freeform 33">
              <a:extLst>
                <a:ext uri="{FF2B5EF4-FFF2-40B4-BE49-F238E27FC236}">
                  <a16:creationId xmlns:a16="http://schemas.microsoft.com/office/drawing/2014/main" id="{B353D0BC-00A6-4EA4-9311-9FCB88CC2021}"/>
                </a:ext>
              </a:extLst>
            </p:cNvPr>
            <p:cNvSpPr/>
            <p:nvPr/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/>
              <a:ahLst/>
              <a:cxnLst/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8" name="Freeform 34">
              <a:extLst>
                <a:ext uri="{FF2B5EF4-FFF2-40B4-BE49-F238E27FC236}">
                  <a16:creationId xmlns:a16="http://schemas.microsoft.com/office/drawing/2014/main" id="{0E001FD3-6EDD-47A3-9916-826E1595DAB3}"/>
                </a:ext>
              </a:extLst>
            </p:cNvPr>
            <p:cNvSpPr/>
            <p:nvPr/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/>
              <a:ahLst/>
              <a:cxnLst/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9" name="Freeform 35">
              <a:extLst>
                <a:ext uri="{FF2B5EF4-FFF2-40B4-BE49-F238E27FC236}">
                  <a16:creationId xmlns:a16="http://schemas.microsoft.com/office/drawing/2014/main" id="{FE214D5B-D151-4E09-A01E-BEAAF9C679ED}"/>
                </a:ext>
              </a:extLst>
            </p:cNvPr>
            <p:cNvSpPr/>
            <p:nvPr/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/>
              <a:ahLst/>
              <a:cxnLst/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0" name="Freeform 36">
              <a:extLst>
                <a:ext uri="{FF2B5EF4-FFF2-40B4-BE49-F238E27FC236}">
                  <a16:creationId xmlns:a16="http://schemas.microsoft.com/office/drawing/2014/main" id="{3024EF13-0A45-49DD-B0F4-FA3A5169EFFE}"/>
                </a:ext>
              </a:extLst>
            </p:cNvPr>
            <p:cNvSpPr/>
            <p:nvPr/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/>
              <a:ahLst/>
              <a:cxnLst/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1" name="Freeform 37">
              <a:extLst>
                <a:ext uri="{FF2B5EF4-FFF2-40B4-BE49-F238E27FC236}">
                  <a16:creationId xmlns:a16="http://schemas.microsoft.com/office/drawing/2014/main" id="{95E0BDAE-48A7-4752-A150-74DA4BAE5E4B}"/>
                </a:ext>
              </a:extLst>
            </p:cNvPr>
            <p:cNvSpPr/>
            <p:nvPr/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/>
              <a:ahLst/>
              <a:cxnLst/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2" name="Freeform 38">
              <a:extLst>
                <a:ext uri="{FF2B5EF4-FFF2-40B4-BE49-F238E27FC236}">
                  <a16:creationId xmlns:a16="http://schemas.microsoft.com/office/drawing/2014/main" id="{DE128EDB-3179-4F47-8B37-BEDE3B82FFC7}"/>
                </a:ext>
              </a:extLst>
            </p:cNvPr>
            <p:cNvSpPr/>
            <p:nvPr/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/>
              <a:ahLst/>
              <a:cxnLst/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3" name="Freeform 39">
              <a:extLst>
                <a:ext uri="{FF2B5EF4-FFF2-40B4-BE49-F238E27FC236}">
                  <a16:creationId xmlns:a16="http://schemas.microsoft.com/office/drawing/2014/main" id="{E09CDD49-7B7B-42C0-A09E-6CFB3CDFF6A1}"/>
                </a:ext>
              </a:extLst>
            </p:cNvPr>
            <p:cNvSpPr/>
            <p:nvPr/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/>
              <a:ahLst/>
              <a:cxnLst/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93C5D839-4CD5-4165-9091-7D9B92CDC1D2}"/>
                </a:ext>
              </a:extLst>
            </p:cNvPr>
            <p:cNvSpPr/>
            <p:nvPr/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/>
              <a:ahLst/>
              <a:cxnLst/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id="{3C7F638A-BB6D-4B24-A7F9-03BF8087459B}"/>
                </a:ext>
              </a:extLst>
            </p:cNvPr>
            <p:cNvSpPr/>
            <p:nvPr/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/>
              <a:ahLst/>
              <a:cxnLst/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5B59DB64-329B-45EA-8A67-4213A886B5B2}"/>
                </a:ext>
              </a:extLst>
            </p:cNvPr>
            <p:cNvSpPr/>
            <p:nvPr/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/>
              <a:ahLst/>
              <a:cxnLst/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7" name="Freeform 44">
              <a:extLst>
                <a:ext uri="{FF2B5EF4-FFF2-40B4-BE49-F238E27FC236}">
                  <a16:creationId xmlns:a16="http://schemas.microsoft.com/office/drawing/2014/main" id="{D8DAB003-6484-4D1D-85AE-93FA09BC5EF5}"/>
                </a:ext>
              </a:extLst>
            </p:cNvPr>
            <p:cNvSpPr/>
            <p:nvPr/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/>
              <a:ahLst/>
              <a:cxnLst/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8" name="Freeform 45">
              <a:extLst>
                <a:ext uri="{FF2B5EF4-FFF2-40B4-BE49-F238E27FC236}">
                  <a16:creationId xmlns:a16="http://schemas.microsoft.com/office/drawing/2014/main" id="{D49280A1-ACA8-4CD6-9012-AF12660F07E4}"/>
                </a:ext>
              </a:extLst>
            </p:cNvPr>
            <p:cNvSpPr/>
            <p:nvPr/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/>
              <a:ahLst/>
              <a:cxnLst/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9" name="Freeform 46">
              <a:extLst>
                <a:ext uri="{FF2B5EF4-FFF2-40B4-BE49-F238E27FC236}">
                  <a16:creationId xmlns:a16="http://schemas.microsoft.com/office/drawing/2014/main" id="{C03EAE8C-6089-40E5-9361-2E266A1EEBA3}"/>
                </a:ext>
              </a:extLst>
            </p:cNvPr>
            <p:cNvSpPr/>
            <p:nvPr/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/>
              <a:ahLst/>
              <a:cxnLst/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0" name="Freeform 47">
              <a:extLst>
                <a:ext uri="{FF2B5EF4-FFF2-40B4-BE49-F238E27FC236}">
                  <a16:creationId xmlns:a16="http://schemas.microsoft.com/office/drawing/2014/main" id="{02E3A077-F087-4E14-A13E-4E9D4369B1F6}"/>
                </a:ext>
              </a:extLst>
            </p:cNvPr>
            <p:cNvSpPr/>
            <p:nvPr/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/>
              <a:ahLst/>
              <a:cxnLst/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1" name="Freeform 48">
              <a:extLst>
                <a:ext uri="{FF2B5EF4-FFF2-40B4-BE49-F238E27FC236}">
                  <a16:creationId xmlns:a16="http://schemas.microsoft.com/office/drawing/2014/main" id="{7CE4FAAA-45E7-4C86-B59A-F284B79EFD23}"/>
                </a:ext>
              </a:extLst>
            </p:cNvPr>
            <p:cNvSpPr/>
            <p:nvPr/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/>
              <a:ahLst/>
              <a:cxnLst/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2" name="Freeform 49">
              <a:extLst>
                <a:ext uri="{FF2B5EF4-FFF2-40B4-BE49-F238E27FC236}">
                  <a16:creationId xmlns:a16="http://schemas.microsoft.com/office/drawing/2014/main" id="{E2689B62-CCA1-4EE5-B622-FBA516868916}"/>
                </a:ext>
              </a:extLst>
            </p:cNvPr>
            <p:cNvSpPr/>
            <p:nvPr/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/>
              <a:ahLst/>
              <a:cxnLst/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3" name="Freeform 8">
              <a:extLst>
                <a:ext uri="{FF2B5EF4-FFF2-40B4-BE49-F238E27FC236}">
                  <a16:creationId xmlns:a16="http://schemas.microsoft.com/office/drawing/2014/main" id="{113638EE-3BCF-4315-A329-3C6766A3890B}"/>
                </a:ext>
              </a:extLst>
            </p:cNvPr>
            <p:cNvSpPr/>
            <p:nvPr/>
          </p:nvSpPr>
          <p:spPr bwMode="auto">
            <a:xfrm rot="5400000">
              <a:off x="11141853" y="34906"/>
              <a:ext cx="131153" cy="88130"/>
            </a:xfrm>
            <a:custGeom>
              <a:avLst/>
              <a:gdLst/>
              <a:ahLst/>
              <a:cxnLst/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4" name="Freeform 106">
              <a:extLst>
                <a:ext uri="{FF2B5EF4-FFF2-40B4-BE49-F238E27FC236}">
                  <a16:creationId xmlns:a16="http://schemas.microsoft.com/office/drawing/2014/main" id="{4FB36B8F-335B-40F2-83BB-C2B2689DC2E9}"/>
                </a:ext>
              </a:extLst>
            </p:cNvPr>
            <p:cNvSpPr/>
            <p:nvPr/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/>
              <a:ahLst/>
              <a:cxnLst/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05E913-A9D9-4639-B104-1F07A4AF6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502920"/>
            <a:ext cx="963401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40CEB-B6D7-46E6-9843-515342140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1874520"/>
            <a:ext cx="963401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AC8B5-8DFB-4920-8580-54824C831A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3736" y="6382512"/>
            <a:ext cx="28459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0F082710-245A-48CB-A5F6-8BB1DF6AB298}" type="datetimeFigureOut">
              <a:rPr lang="en-US" dirty="0"/>
              <a:pPr/>
              <a:t>8/4/2025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E2D5D-B616-4048-9CB8-4D316BBDB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754871" y="2093199"/>
            <a:ext cx="4157472" cy="4160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322F0-8F3D-4AC5-9873-24666D0E0D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919" y="6382512"/>
            <a:ext cx="5009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24578CCF-2EC4-44CB-A694-F6F6E59A398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286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ransition spd="med">
    <p:wipe/>
  </p:transition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Tx/>
        <a:buNone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548640" indent="-28575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sz="16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834390" indent="-28575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76">
          <p15:clr>
            <a:srgbClr val="F26B43"/>
          </p15:clr>
        </p15:guide>
        <p15:guide id="2" pos="6792">
          <p15:clr>
            <a:srgbClr val="F26B43"/>
          </p15:clr>
        </p15:guide>
        <p15:guide id="3" pos="3720">
          <p15:clr>
            <a:srgbClr val="F26B43"/>
          </p15:clr>
        </p15:guide>
        <p15:guide id="4" orient="horz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5ACAF-91A8-E830-753D-0F45EA757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7231"/>
            <a:ext cx="9144000" cy="2180639"/>
          </a:xfrm>
        </p:spPr>
        <p:txBody>
          <a:bodyPr/>
          <a:lstStyle/>
          <a:p>
            <a:r>
              <a:rPr lang="en-US" sz="5400" cap="all" dirty="0">
                <a:latin typeface="Times New Roman"/>
                <a:cs typeface="Times New Roman"/>
              </a:rPr>
              <a:t>DML Triggers and Indexing</a:t>
            </a:r>
            <a:endParaRPr lang="en-US" dirty="0" err="1"/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524000" y="4346774"/>
            <a:ext cx="9144000" cy="178575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endParaRPr lang="en-US" sz="5400" dirty="0">
              <a:solidFill>
                <a:srgbClr val="35403A"/>
              </a:solidFill>
              <a:latin typeface="Times New Roman"/>
              <a:cs typeface="Times New Roman" panose="02020603050405020304" pitchFamily="18" charset="0"/>
            </a:endParaRPr>
          </a:p>
          <a:p>
            <a:endParaRPr lang="en-US" sz="8800" dirty="0">
              <a:latin typeface="Times New Roman"/>
              <a:cs typeface="Times New Roman"/>
            </a:endParaRPr>
          </a:p>
          <a:p>
            <a:pPr marL="0" indent="0" algn="just">
              <a:buNone/>
            </a:pPr>
            <a:endParaRPr lang="en-US" sz="3600" dirty="0">
              <a:latin typeface="Times New Roman"/>
              <a:cs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smtClean="0"/>
              <a:t>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A6365A-A284-5029-CB8E-D00D6EF049C6}"/>
              </a:ext>
            </a:extLst>
          </p:cNvPr>
          <p:cNvSpPr txBox="1"/>
          <p:nvPr/>
        </p:nvSpPr>
        <p:spPr>
          <a:xfrm>
            <a:off x="871268" y="3200400"/>
            <a:ext cx="10564482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 rtl="0"/>
            <a:r>
              <a:rPr lang="en-US" sz="3200" b="0" i="0" u="none" strike="noStrike" cap="all" baseline="0" dirty="0">
                <a:solidFill>
                  <a:srgbClr val="35403A"/>
                </a:solidFill>
                <a:latin typeface="Times New Roman"/>
                <a:ea typeface="Segoe UI"/>
                <a:cs typeface="Segoe UI"/>
              </a:rPr>
              <a:t>Presented By: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​</a:t>
            </a:r>
            <a:r>
              <a:rPr lang="en-US" sz="3200" b="0" i="0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 algn="just" rtl="0"/>
            <a:r>
              <a:rPr lang="en-US" sz="3200" b="0" i="0" u="none" strike="noStrike" cap="all" baseline="0" dirty="0">
                <a:solidFill>
                  <a:srgbClr val="35403A"/>
                </a:solidFill>
                <a:latin typeface="Times New Roman"/>
                <a:ea typeface="Segoe UI"/>
                <a:cs typeface="Segoe UI"/>
              </a:rPr>
              <a:t>Shikshya Maharjan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​</a:t>
            </a:r>
            <a:r>
              <a:rPr lang="en-US" sz="3200" b="0" i="0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 algn="just" rtl="0"/>
            <a:r>
              <a:rPr lang="en-US" sz="3200" b="0" i="0" u="none" strike="noStrike" cap="all" baseline="0" dirty="0">
                <a:solidFill>
                  <a:srgbClr val="35403A"/>
                </a:solidFill>
                <a:latin typeface="Times New Roman"/>
                <a:ea typeface="Segoe UI"/>
                <a:cs typeface="Segoe UI"/>
              </a:rPr>
              <a:t>Aarya Tuladhar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​</a:t>
            </a:r>
            <a:r>
              <a:rPr lang="en-US" sz="3200" b="0" i="0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 algn="just" rtl="0"/>
            <a:r>
              <a:rPr lang="en-US" sz="3200" b="0" i="0" u="none" strike="noStrike" cap="all" baseline="0" dirty="0">
                <a:solidFill>
                  <a:srgbClr val="35403A"/>
                </a:solidFill>
                <a:latin typeface="Times New Roman"/>
                <a:ea typeface="Segoe UI"/>
                <a:cs typeface="Segoe UI"/>
              </a:rPr>
              <a:t>Luniva Shilpakar</a:t>
            </a:r>
            <a:endParaRPr lang="en-US" sz="3200" dirty="0">
              <a:solidFill>
                <a:srgbClr val="000000"/>
              </a:solidFill>
              <a:latin typeface="Times New Roman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664981459"/>
      </p:ext>
    </p:extLst>
  </p:cSld>
  <p:clrMapOvr>
    <a:masterClrMapping/>
  </p:clrMapOvr>
  <p:transition spd="med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43C07-97ED-EED7-B62D-417F436D1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866" y="776687"/>
            <a:ext cx="9430811" cy="1338154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trigger?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653624-8D26-119E-2D15-2C5BB3C40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0465" y="2301240"/>
            <a:ext cx="9430811" cy="150018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It is the stored procedures that executes (fires) specified set of statement in response to certain database events.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F2DDB-A32E-E6C9-48A2-66D90F961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21FA9-AC33-48EE-A4E7-F945D9ECFA7E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95F02-AB06-323C-D670-96AB0FEA9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D7EF5-3D89-0B1C-3ACA-6CEABDF09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926576"/>
      </p:ext>
    </p:extLst>
  </p:cSld>
  <p:clrMapOvr>
    <a:masterClrMapping/>
  </p:clrMapOvr>
  <p:transition spd="med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5A18B-2E8C-2627-B2E3-B7B4C9482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801FB-7177-322A-6AF0-0FD43B169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DML Triggers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860C4-4BF2-B41D-F926-F881B02C3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DML Triggers are fired automatically in response to the DML events like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(INSERT,UPDATE,DELETE).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DML triggers again can be divided into 2 types:</a:t>
            </a:r>
          </a:p>
          <a:p>
            <a:pPr lvl="2" algn="just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Tiggers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Triggers</a:t>
            </a:r>
          </a:p>
        </p:txBody>
      </p:sp>
    </p:spTree>
    <p:extLst>
      <p:ext uri="{BB962C8B-B14F-4D97-AF65-F5344CB8AC3E}">
        <p14:creationId xmlns:p14="http://schemas.microsoft.com/office/powerpoint/2010/main" val="1475430454"/>
      </p:ext>
    </p:extLst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75984-18C5-46FF-1BED-0012F808E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1E522-39AF-870C-DBE0-5DDD74C33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8129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Triggers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EE8A9-BB27-C676-C82D-AE81C8B1A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3254"/>
            <a:ext cx="10515600" cy="516370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after the DML operation is completed.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tblemployee</a:t>
            </a:r>
          </a:p>
          <a:p>
            <a:pPr marL="0" indent="0">
              <a:buNone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C0B1B8-F2FF-1E8B-74DF-8B7BD4442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8" b="24219"/>
          <a:stretch>
            <a:fillRect/>
          </a:stretch>
        </p:blipFill>
        <p:spPr>
          <a:xfrm>
            <a:off x="879475" y="2283118"/>
            <a:ext cx="4078621" cy="2794717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9FF4C39A-7A54-4337-AC88-39038FAFBFD8}"/>
              </a:ext>
            </a:extLst>
          </p:cNvPr>
          <p:cNvSpPr/>
          <p:nvPr/>
        </p:nvSpPr>
        <p:spPr>
          <a:xfrm rot="16200000">
            <a:off x="2741304" y="5277709"/>
            <a:ext cx="354963" cy="2584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353CA48-F379-5FE6-776C-0CCCE83F8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802" y="2227092"/>
            <a:ext cx="4433522" cy="29067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5930911-A2BD-DD7F-BC12-2D5EF5E128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650607"/>
            <a:ext cx="5772956" cy="354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739914"/>
      </p:ext>
    </p:extLst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98E21-B184-04F8-529F-150A5B90C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4186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Triggers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BEAF-7594-9C20-5B8C-DF244D812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replaces the specified set of SQL statement(INSERT,UPDATE,DELETE)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Mostly used on views, where direct modification is not allowed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Tells what to do instead of original data.</a:t>
            </a:r>
          </a:p>
          <a:p>
            <a:endParaRPr lang="en-GB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218506"/>
      </p:ext>
    </p:extLst>
  </p:cSld>
  <p:clrMapOvr>
    <a:masterClrMapping/>
  </p:clrMapOvr>
  <p:transition spd="med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4EA24F-11BB-9CF6-7089-3D9FA336D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981" y="374077"/>
            <a:ext cx="3147872" cy="20308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11E114-19BB-8BD1-9B59-D06E2D0A8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2394" y="557890"/>
            <a:ext cx="2570842" cy="172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738CB0-ED76-529D-000E-31A660D2C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8975" y="3137862"/>
            <a:ext cx="2921264" cy="2176456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E4D35A9E-1674-C278-C06B-EB6CCC5AD06F}"/>
              </a:ext>
            </a:extLst>
          </p:cNvPr>
          <p:cNvGrpSpPr/>
          <p:nvPr/>
        </p:nvGrpSpPr>
        <p:grpSpPr>
          <a:xfrm>
            <a:off x="3222917" y="2172909"/>
            <a:ext cx="4467037" cy="964953"/>
            <a:chOff x="3222917" y="2404919"/>
            <a:chExt cx="4467037" cy="964953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010690-FF4F-7CF8-A055-E764D6891E39}"/>
                </a:ext>
              </a:extLst>
            </p:cNvPr>
            <p:cNvCxnSpPr>
              <a:cxnSpLocks/>
              <a:stCxn id="3" idx="2"/>
            </p:cNvCxnSpPr>
            <p:nvPr/>
          </p:nvCxnSpPr>
          <p:spPr>
            <a:xfrm>
              <a:off x="3222917" y="2404919"/>
              <a:ext cx="0" cy="60810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9188C19-08DB-3C51-72BB-98CFAD886791}"/>
                </a:ext>
              </a:extLst>
            </p:cNvPr>
            <p:cNvCxnSpPr/>
            <p:nvPr/>
          </p:nvCxnSpPr>
          <p:spPr>
            <a:xfrm>
              <a:off x="3222917" y="3013023"/>
              <a:ext cx="4467037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BBE2DEF-1569-1BCB-E144-E9E98D95581F}"/>
                </a:ext>
              </a:extLst>
            </p:cNvPr>
            <p:cNvCxnSpPr/>
            <p:nvPr/>
          </p:nvCxnSpPr>
          <p:spPr>
            <a:xfrm flipV="1">
              <a:off x="7689954" y="2588732"/>
              <a:ext cx="0" cy="42429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D3D5B6E-2CED-B5EB-6AFE-CF8F463F2203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5609607" y="3013023"/>
              <a:ext cx="0" cy="35684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212C402B-7E18-4309-A78B-7C4AC28316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971" y="5465982"/>
            <a:ext cx="7538752" cy="42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136737"/>
      </p:ext>
    </p:extLst>
  </p:cSld>
  <p:clrMapOvr>
    <a:masterClrMapping/>
  </p:clrMapOvr>
  <p:transition spd="med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F5519-C09F-B995-3012-FD3350609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8FE67-F232-C097-D4E2-B00CDE96A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9634011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TRIGGER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tr_vwEmployee_InsteadofInsert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insert into tblemployee(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id,name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….)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vwEmployeedetails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select id,name,gender,@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depid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INSERT                                                       from inserted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                                                                                     END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DECLARE @Depid int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@Deptid=Deptid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tbldeperatment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inserted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inserted.depname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tbldepartment.deptname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FE9A32C-DDD2-84C7-5BEF-7B0B48CBD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6004" y="3429000"/>
            <a:ext cx="4106206" cy="256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491134"/>
      </p:ext>
    </p:extLst>
  </p:cSld>
  <p:clrMapOvr>
    <a:masterClrMapping/>
  </p:clrMapOvr>
  <p:transition spd="med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1F8B659-B76E-40F3-9D3B-E5EBACF1FAC4}"/>
              </a:ext>
            </a:extLst>
          </p:cNvPr>
          <p:cNvSpPr txBox="1"/>
          <p:nvPr/>
        </p:nvSpPr>
        <p:spPr>
          <a:xfrm>
            <a:off x="1354122" y="1354822"/>
            <a:ext cx="6094602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Triggering Works,</a:t>
            </a:r>
          </a:p>
          <a:p>
            <a:pPr algn="just">
              <a:lnSpc>
                <a:spcPct val="15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and Why Triggering Works,</a:t>
            </a:r>
          </a:p>
          <a:p>
            <a:pPr algn="just">
              <a:lnSpc>
                <a:spcPct val="15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 and Cons.</a:t>
            </a:r>
          </a:p>
          <a:p>
            <a:pPr algn="l"/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235747021"/>
      </p:ext>
    </p:extLst>
  </p:cSld>
  <p:clrMapOvr>
    <a:masterClrMapping/>
  </p:clrMapOvr>
  <p:transition spd="med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9062E7C-A346-451E-A89D-183F83535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3607" y="1253121"/>
            <a:ext cx="9144000" cy="5340626"/>
          </a:xfrm>
        </p:spPr>
        <p:txBody>
          <a:bodyPr>
            <a:noAutofit/>
          </a:bodyPr>
          <a:lstStyle/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 specific event happens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Example: A row is inserted, updated, or deleted in a table.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The trigger is activated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database sees the event and runs the trigger code automatically.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The trigger performs its action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can check data, stop invalid changes, insert logs, or update other tables, depending on what it’s told to do.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F8B659-B76E-40F3-9D3B-E5EBACF1FAC4}"/>
              </a:ext>
            </a:extLst>
          </p:cNvPr>
          <p:cNvSpPr txBox="1"/>
          <p:nvPr/>
        </p:nvSpPr>
        <p:spPr>
          <a:xfrm>
            <a:off x="1213607" y="264253"/>
            <a:ext cx="609460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Triggering Works</a:t>
            </a:r>
          </a:p>
          <a:p>
            <a:pPr algn="l"/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6990744"/>
      </p:ext>
    </p:extLst>
  </p:cSld>
  <p:clrMapOvr>
    <a:masterClrMapping/>
  </p:clrMapOvr>
  <p:transition spd="med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9062E7C-A346-451E-A89D-183F83535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3607" y="1253121"/>
            <a:ext cx="9144000" cy="5340626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 Auditing (Tracking Changes)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used?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-In companies where it's important to know who changed what and when (banks, hospitals, school systems).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Why?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-Triggers help log every change to a table (e.g., when a student's grade is updated or when salary is changed).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F8B659-B76E-40F3-9D3B-E5EBACF1FAC4}"/>
              </a:ext>
            </a:extLst>
          </p:cNvPr>
          <p:cNvSpPr txBox="1"/>
          <p:nvPr/>
        </p:nvSpPr>
        <p:spPr>
          <a:xfrm>
            <a:off x="1213607" y="264253"/>
            <a:ext cx="60946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and Why Triggers Are Used</a:t>
            </a:r>
          </a:p>
        </p:txBody>
      </p:sp>
    </p:spTree>
    <p:extLst>
      <p:ext uri="{BB962C8B-B14F-4D97-AF65-F5344CB8AC3E}">
        <p14:creationId xmlns:p14="http://schemas.microsoft.com/office/powerpoint/2010/main" val="1891381493"/>
      </p:ext>
    </p:extLst>
  </p:cSld>
  <p:clrMapOvr>
    <a:masterClrMapping/>
  </p:clrMapOvr>
  <p:transition spd="med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9062E7C-A346-451E-A89D-183F83535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3607" y="1253121"/>
            <a:ext cx="9144000" cy="5340626"/>
          </a:xfrm>
        </p:spPr>
        <p:txBody>
          <a:bodyPr>
            <a:noAutofit/>
          </a:bodyPr>
          <a:lstStyle/>
          <a:p>
            <a:pPr marL="457200" indent="-457200" algn="just">
              <a:buAutoNum type="arabicPeriod" startAt="2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Enforcing Rules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used?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-In company payroll systems or HR databases.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Why?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-To make sure employee salaries are within valid limits (not too low or too high).</a:t>
            </a:r>
          </a:p>
          <a:p>
            <a:pPr algn="l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F8B659-B76E-40F3-9D3B-E5EBACF1FAC4}"/>
              </a:ext>
            </a:extLst>
          </p:cNvPr>
          <p:cNvSpPr txBox="1"/>
          <p:nvPr/>
        </p:nvSpPr>
        <p:spPr>
          <a:xfrm>
            <a:off x="1213607" y="264253"/>
            <a:ext cx="60946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and Why Triggers Are Used</a:t>
            </a:r>
          </a:p>
        </p:txBody>
      </p:sp>
    </p:spTree>
    <p:extLst>
      <p:ext uri="{BB962C8B-B14F-4D97-AF65-F5344CB8AC3E}">
        <p14:creationId xmlns:p14="http://schemas.microsoft.com/office/powerpoint/2010/main" val="1201650306"/>
      </p:ext>
    </p:extLst>
  </p:cSld>
  <p:clrMapOvr>
    <a:masterClrMapping/>
  </p:clrMapOvr>
  <p:transition spd="med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9062E7C-A346-451E-A89D-183F83535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3607" y="1253121"/>
            <a:ext cx="9144000" cy="5340626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Automatically Updating</a:t>
            </a:r>
          </a:p>
          <a:p>
            <a:pPr algn="just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used?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-When you book a movie ticket online at a cinema website or app.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 startAt="2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Why?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-The system automatically updates the booking time and status whenever you buy, change, or cancel a ticket.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-This helps keep the records accurate without needing staff to update anything manually.</a:t>
            </a:r>
          </a:p>
          <a:p>
            <a:pPr algn="l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F8B659-B76E-40F3-9D3B-E5EBACF1FAC4}"/>
              </a:ext>
            </a:extLst>
          </p:cNvPr>
          <p:cNvSpPr txBox="1"/>
          <p:nvPr/>
        </p:nvSpPr>
        <p:spPr>
          <a:xfrm>
            <a:off x="1213607" y="264253"/>
            <a:ext cx="60946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and Why Triggers Are Used</a:t>
            </a:r>
          </a:p>
        </p:txBody>
      </p:sp>
    </p:spTree>
    <p:extLst>
      <p:ext uri="{BB962C8B-B14F-4D97-AF65-F5344CB8AC3E}">
        <p14:creationId xmlns:p14="http://schemas.microsoft.com/office/powerpoint/2010/main" val="2947674567"/>
      </p:ext>
    </p:extLst>
  </p:cSld>
  <p:clrMapOvr>
    <a:masterClrMapping/>
  </p:clrMapOvr>
  <p:transition spd="med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9062E7C-A346-451E-A89D-183F83535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3607" y="1253121"/>
            <a:ext cx="9144000" cy="5340626"/>
          </a:xfrm>
        </p:spPr>
        <p:txBody>
          <a:bodyPr>
            <a:noAutofit/>
          </a:bodyPr>
          <a:lstStyle/>
          <a:p>
            <a:pPr algn="just"/>
            <a:endParaRPr lang="en-US" dirty="0"/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They run automatically when data changes.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Help keep data valid (e.g., no negative salary).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React instantly without delay.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Keep rules inside the database itself.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Useful for logging who changed what.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F8B659-B76E-40F3-9D3B-E5EBACF1FAC4}"/>
              </a:ext>
            </a:extLst>
          </p:cNvPr>
          <p:cNvSpPr txBox="1"/>
          <p:nvPr/>
        </p:nvSpPr>
        <p:spPr>
          <a:xfrm>
            <a:off x="1213607" y="264253"/>
            <a:ext cx="60946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</a:t>
            </a:r>
          </a:p>
        </p:txBody>
      </p:sp>
    </p:spTree>
    <p:extLst>
      <p:ext uri="{BB962C8B-B14F-4D97-AF65-F5344CB8AC3E}">
        <p14:creationId xmlns:p14="http://schemas.microsoft.com/office/powerpoint/2010/main" val="3122755322"/>
      </p:ext>
    </p:extLst>
  </p:cSld>
  <p:clrMapOvr>
    <a:masterClrMapping/>
  </p:clrMapOvr>
  <p:transition spd="med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9062E7C-A346-451E-A89D-183F83535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3607" y="1253121"/>
            <a:ext cx="9144000" cy="5340626"/>
          </a:xfrm>
        </p:spPr>
        <p:txBody>
          <a:bodyPr>
            <a:noAutofit/>
          </a:bodyPr>
          <a:lstStyle/>
          <a:p>
            <a:pPr algn="just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Happen in the background so, not always visible.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Can slow down the database.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Hard to debug when something goes wrong.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App developers might miss what triggers are doing.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Can cause endless loops if not written properly.</a:t>
            </a:r>
          </a:p>
          <a:p>
            <a:pPr algn="l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F8B659-B76E-40F3-9D3B-E5EBACF1FAC4}"/>
              </a:ext>
            </a:extLst>
          </p:cNvPr>
          <p:cNvSpPr txBox="1"/>
          <p:nvPr/>
        </p:nvSpPr>
        <p:spPr>
          <a:xfrm>
            <a:off x="1213607" y="264253"/>
            <a:ext cx="60946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</a:t>
            </a:r>
          </a:p>
        </p:txBody>
      </p:sp>
    </p:spTree>
    <p:extLst>
      <p:ext uri="{BB962C8B-B14F-4D97-AF65-F5344CB8AC3E}">
        <p14:creationId xmlns:p14="http://schemas.microsoft.com/office/powerpoint/2010/main" val="3691117873"/>
      </p:ext>
    </p:extLst>
  </p:cSld>
  <p:clrMapOvr>
    <a:masterClrMapping/>
  </p:clrMapOvr>
  <p:transition spd="med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14391-87D2-D2BC-E3AE-34AE58CF1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662406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GB" sz="6000" dirty="0">
                <a:latin typeface="Times New Roman"/>
                <a:cs typeface="Times New Roman"/>
              </a:rPr>
              <a:t>Indexing</a:t>
            </a:r>
            <a:endParaRPr lang="en-GB" sz="5400" dirty="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2C9A9-791B-2BB7-A0F8-7B46C814B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293734"/>
            <a:ext cx="8074815" cy="347613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just"/>
            <a:r>
              <a:rPr lang="en-GB" sz="2400" dirty="0">
                <a:latin typeface="Times New Roman"/>
                <a:ea typeface="+mn-lt"/>
                <a:cs typeface="+mn-lt"/>
              </a:rPr>
              <a:t>Indexing is a data structure technique used in databases to quickly locate and access the data in a table without having to search every row.</a:t>
            </a:r>
            <a:endParaRPr lang="en-US" dirty="0"/>
          </a:p>
          <a:p>
            <a:pPr algn="just"/>
            <a:r>
              <a:rPr lang="en-GB" sz="2400" dirty="0">
                <a:latin typeface="Times New Roman"/>
                <a:ea typeface="+mn-lt"/>
                <a:cs typeface="+mn-lt"/>
              </a:rPr>
              <a:t>It’s like the index at the front of a textbook.</a:t>
            </a:r>
          </a:p>
          <a:p>
            <a:pPr algn="just"/>
            <a:r>
              <a:rPr lang="en-GB" sz="2400" dirty="0">
                <a:latin typeface="Times New Roman"/>
                <a:cs typeface="Times New Roman"/>
              </a:rPr>
              <a:t>Syntax:</a:t>
            </a:r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GB" sz="2000" dirty="0">
                <a:latin typeface="Times New Roman"/>
                <a:cs typeface="Times New Roman"/>
              </a:rPr>
              <a:t>CREATE index  </a:t>
            </a:r>
            <a:r>
              <a:rPr lang="en-GB" sz="2000" dirty="0" err="1">
                <a:latin typeface="Times New Roman"/>
                <a:cs typeface="Times New Roman"/>
              </a:rPr>
              <a:t>idx_name</a:t>
            </a:r>
            <a:r>
              <a:rPr lang="en-GB" sz="2000" dirty="0">
                <a:latin typeface="Times New Roman"/>
                <a:cs typeface="Times New Roman"/>
              </a:rPr>
              <a:t> on table name(column);</a:t>
            </a:r>
          </a:p>
        </p:txBody>
      </p:sp>
    </p:spTree>
    <p:extLst>
      <p:ext uri="{BB962C8B-B14F-4D97-AF65-F5344CB8AC3E}">
        <p14:creationId xmlns:p14="http://schemas.microsoft.com/office/powerpoint/2010/main" val="2372034230"/>
      </p:ext>
    </p:extLst>
  </p:cSld>
  <p:clrMapOvr>
    <a:masterClrMapping/>
  </p:clrMapOvr>
  <p:transition spd="med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398DC-949E-FD5D-3A06-F504F7389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8531"/>
            <a:ext cx="10515600" cy="56884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                     Students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                            </a:t>
            </a: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Normal Search:</a:t>
            </a:r>
          </a:p>
          <a:p>
            <a:pPr marL="914400" lvl="1" indent="-457200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Student where SRoll=100;</a:t>
            </a:r>
          </a:p>
          <a:p>
            <a:pPr marL="457200" indent="-457200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  INDEX  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idx_SRoll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ON Student(SRoll):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Student where SRoll=101;</a:t>
            </a:r>
          </a:p>
          <a:p>
            <a:pPr marL="914400" lvl="1"/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A506C37-7F9A-35C4-3FE6-81EDDFAAB9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412048"/>
              </p:ext>
            </p:extLst>
          </p:nvPr>
        </p:nvGraphicFramePr>
        <p:xfrm>
          <a:off x="1265207" y="1581509"/>
          <a:ext cx="8244839" cy="184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18359">
                  <a:extLst>
                    <a:ext uri="{9D8B030D-6E8A-4147-A177-3AD203B41FA5}">
                      <a16:colId xmlns:a16="http://schemas.microsoft.com/office/drawing/2014/main" val="2546687272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2675256988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1603874626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2344203327"/>
                    </a:ext>
                  </a:extLst>
                </a:gridCol>
              </a:tblGrid>
              <a:tr h="365759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SName</a:t>
                      </a:r>
                      <a:endParaRPr lang="en-GB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SFee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092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820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243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353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02232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09D9AA5-A629-BF93-51F5-7CE7A533F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978540"/>
              </p:ext>
            </p:extLst>
          </p:nvPr>
        </p:nvGraphicFramePr>
        <p:xfrm>
          <a:off x="7403189" y="4331093"/>
          <a:ext cx="3688076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4999">
                  <a:extLst>
                    <a:ext uri="{9D8B030D-6E8A-4147-A177-3AD203B41FA5}">
                      <a16:colId xmlns:a16="http://schemas.microsoft.com/office/drawing/2014/main" val="3476019254"/>
                    </a:ext>
                  </a:extLst>
                </a:gridCol>
                <a:gridCol w="1783077">
                  <a:extLst>
                    <a:ext uri="{9D8B030D-6E8A-4147-A177-3AD203B41FA5}">
                      <a16:colId xmlns:a16="http://schemas.microsoft.com/office/drawing/2014/main" val="4788036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-&gt;Row Pointer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161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-&gt;RAM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216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-&gt;ANKIT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0656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102</a:t>
                      </a: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-&gt;NEHA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95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103</a:t>
                      </a: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-&gt;MILAN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065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5257366"/>
      </p:ext>
    </p:extLst>
  </p:cSld>
  <p:clrMapOvr>
    <a:masterClrMapping/>
  </p:clrMapOvr>
  <p:transition spd="med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58EC7-CA34-408C-0DD2-14879F936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B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of 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3E74A-11A0-8135-0B80-3A0C228FF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2364378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Indexing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 Indexing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Sprase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Indexing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Indexing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Indexing</a:t>
            </a:r>
          </a:p>
        </p:txBody>
      </p:sp>
    </p:spTree>
    <p:extLst>
      <p:ext uri="{BB962C8B-B14F-4D97-AF65-F5344CB8AC3E}">
        <p14:creationId xmlns:p14="http://schemas.microsoft.com/office/powerpoint/2010/main" val="2988621898"/>
      </p:ext>
    </p:extLst>
  </p:cSld>
  <p:clrMapOvr>
    <a:masterClrMapping/>
  </p:clrMapOvr>
  <p:transition spd="med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81FDC-AFAE-EECA-8376-89B088703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1663"/>
            <a:ext cx="10990052" cy="56453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Dense Indexing: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2AC8E0A-D661-5346-2CB3-4839356C47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653114"/>
              </p:ext>
            </p:extLst>
          </p:nvPr>
        </p:nvGraphicFramePr>
        <p:xfrm>
          <a:off x="848264" y="1150188"/>
          <a:ext cx="3444240" cy="18438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1164269100"/>
                    </a:ext>
                  </a:extLst>
                </a:gridCol>
                <a:gridCol w="1661160">
                  <a:extLst>
                    <a:ext uri="{9D8B030D-6E8A-4147-A177-3AD203B41FA5}">
                      <a16:colId xmlns:a16="http://schemas.microsoft.com/office/drawing/2014/main" val="1776013104"/>
                    </a:ext>
                  </a:extLst>
                </a:gridCol>
              </a:tblGrid>
              <a:tr h="368766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Pointer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6000883"/>
                  </a:ext>
                </a:extLst>
              </a:tr>
              <a:tr h="368766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282539"/>
                  </a:ext>
                </a:extLst>
              </a:tr>
              <a:tr h="368766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2019913"/>
                  </a:ext>
                </a:extLst>
              </a:tr>
              <a:tr h="368766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319180"/>
                  </a:ext>
                </a:extLst>
              </a:tr>
              <a:tr h="368766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6288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65B232A-EB9C-ACCF-DA62-35496250CD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242020"/>
              </p:ext>
            </p:extLst>
          </p:nvPr>
        </p:nvGraphicFramePr>
        <p:xfrm>
          <a:off x="833887" y="3349924"/>
          <a:ext cx="3505198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52599">
                  <a:extLst>
                    <a:ext uri="{9D8B030D-6E8A-4147-A177-3AD203B41FA5}">
                      <a16:colId xmlns:a16="http://schemas.microsoft.com/office/drawing/2014/main" val="1307761515"/>
                    </a:ext>
                  </a:extLst>
                </a:gridCol>
                <a:gridCol w="1752599">
                  <a:extLst>
                    <a:ext uri="{9D8B030D-6E8A-4147-A177-3AD203B41FA5}">
                      <a16:colId xmlns:a16="http://schemas.microsoft.com/office/drawing/2014/main" val="3602428320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337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105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0163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2023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64003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6A1D9EE-8DD7-7F47-51F1-043B6016E2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734656"/>
              </p:ext>
            </p:extLst>
          </p:nvPr>
        </p:nvGraphicFramePr>
        <p:xfrm>
          <a:off x="5769202" y="1163128"/>
          <a:ext cx="5867399" cy="126568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07520">
                  <a:extLst>
                    <a:ext uri="{9D8B030D-6E8A-4147-A177-3AD203B41FA5}">
                      <a16:colId xmlns:a16="http://schemas.microsoft.com/office/drawing/2014/main" val="3944178718"/>
                    </a:ext>
                  </a:extLst>
                </a:gridCol>
                <a:gridCol w="1453293">
                  <a:extLst>
                    <a:ext uri="{9D8B030D-6E8A-4147-A177-3AD203B41FA5}">
                      <a16:colId xmlns:a16="http://schemas.microsoft.com/office/drawing/2014/main" val="1688269937"/>
                    </a:ext>
                  </a:extLst>
                </a:gridCol>
                <a:gridCol w="1453293">
                  <a:extLst>
                    <a:ext uri="{9D8B030D-6E8A-4147-A177-3AD203B41FA5}">
                      <a16:colId xmlns:a16="http://schemas.microsoft.com/office/drawing/2014/main" val="4025918712"/>
                    </a:ext>
                  </a:extLst>
                </a:gridCol>
                <a:gridCol w="1453293">
                  <a:extLst>
                    <a:ext uri="{9D8B030D-6E8A-4147-A177-3AD203B41FA5}">
                      <a16:colId xmlns:a16="http://schemas.microsoft.com/office/drawing/2014/main" val="185436133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en-GB" sz="18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8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SRoll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en-GB" sz="18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8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SName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en-GB" sz="18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8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SCourse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en-GB" sz="18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8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SFee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09592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5000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73567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ANKIT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7000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8008984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E969231-36C0-F85A-630E-E3FA6B6F45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871058"/>
              </p:ext>
            </p:extLst>
          </p:nvPr>
        </p:nvGraphicFramePr>
        <p:xfrm>
          <a:off x="5765321" y="2616679"/>
          <a:ext cx="5912852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78213">
                  <a:extLst>
                    <a:ext uri="{9D8B030D-6E8A-4147-A177-3AD203B41FA5}">
                      <a16:colId xmlns:a16="http://schemas.microsoft.com/office/drawing/2014/main" val="3669396476"/>
                    </a:ext>
                  </a:extLst>
                </a:gridCol>
                <a:gridCol w="1478213">
                  <a:extLst>
                    <a:ext uri="{9D8B030D-6E8A-4147-A177-3AD203B41FA5}">
                      <a16:colId xmlns:a16="http://schemas.microsoft.com/office/drawing/2014/main" val="2054106153"/>
                    </a:ext>
                  </a:extLst>
                </a:gridCol>
                <a:gridCol w="1478213">
                  <a:extLst>
                    <a:ext uri="{9D8B030D-6E8A-4147-A177-3AD203B41FA5}">
                      <a16:colId xmlns:a16="http://schemas.microsoft.com/office/drawing/2014/main" val="2274215855"/>
                    </a:ext>
                  </a:extLst>
                </a:gridCol>
                <a:gridCol w="1478213">
                  <a:extLst>
                    <a:ext uri="{9D8B030D-6E8A-4147-A177-3AD203B41FA5}">
                      <a16:colId xmlns:a16="http://schemas.microsoft.com/office/drawing/2014/main" val="65745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NEHA</a:t>
                      </a: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266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103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253504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C50D018-522D-DF91-6FA9-AB091690E8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3377355"/>
              </p:ext>
            </p:extLst>
          </p:nvPr>
        </p:nvGraphicFramePr>
        <p:xfrm>
          <a:off x="5765320" y="3838754"/>
          <a:ext cx="5912846" cy="85152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3087619787"/>
                    </a:ext>
                  </a:extLst>
                </a:gridCol>
                <a:gridCol w="1478211">
                  <a:extLst>
                    <a:ext uri="{9D8B030D-6E8A-4147-A177-3AD203B41FA5}">
                      <a16:colId xmlns:a16="http://schemas.microsoft.com/office/drawing/2014/main" val="2447346236"/>
                    </a:ext>
                  </a:extLst>
                </a:gridCol>
                <a:gridCol w="1508624">
                  <a:extLst>
                    <a:ext uri="{9D8B030D-6E8A-4147-A177-3AD203B41FA5}">
                      <a16:colId xmlns:a16="http://schemas.microsoft.com/office/drawing/2014/main" val="1191395636"/>
                    </a:ext>
                  </a:extLst>
                </a:gridCol>
                <a:gridCol w="1478211">
                  <a:extLst>
                    <a:ext uri="{9D8B030D-6E8A-4147-A177-3AD203B41FA5}">
                      <a16:colId xmlns:a16="http://schemas.microsoft.com/office/drawing/2014/main" val="2884330930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104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SITA</a:t>
                      </a: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DBMS</a:t>
                      </a: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3000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8361712"/>
                  </a:ext>
                </a:extLst>
              </a:tr>
              <a:tr h="429632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105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GITA</a:t>
                      </a: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BDCN</a:t>
                      </a: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2000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108892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8E5EDB5-0A0F-06F5-EBF2-F9014F764B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452586"/>
              </p:ext>
            </p:extLst>
          </p:nvPr>
        </p:nvGraphicFramePr>
        <p:xfrm>
          <a:off x="5822830" y="5089584"/>
          <a:ext cx="585216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1663879599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411292393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89219444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1709614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721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1973053"/>
                  </a:ext>
                </a:extLst>
              </a:tr>
            </a:tbl>
          </a:graphicData>
        </a:graphic>
      </p:graphicFrame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9433FF8C-26FD-2F01-BB92-0BB40F796E85}"/>
              </a:ext>
            </a:extLst>
          </p:cNvPr>
          <p:cNvCxnSpPr/>
          <p:nvPr/>
        </p:nvCxnSpPr>
        <p:spPr>
          <a:xfrm flipV="1">
            <a:off x="4013296" y="1844328"/>
            <a:ext cx="1655984" cy="225724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D0887924-5B10-C0FA-9097-3838DB5A2046}"/>
              </a:ext>
            </a:extLst>
          </p:cNvPr>
          <p:cNvCxnSpPr/>
          <p:nvPr/>
        </p:nvCxnSpPr>
        <p:spPr>
          <a:xfrm flipV="1">
            <a:off x="4188412" y="1674673"/>
            <a:ext cx="1481731" cy="72463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0AC99B41-1590-CC4D-23EA-0AE24714A13F}"/>
              </a:ext>
            </a:extLst>
          </p:cNvPr>
          <p:cNvCxnSpPr/>
          <p:nvPr/>
        </p:nvCxnSpPr>
        <p:spPr>
          <a:xfrm>
            <a:off x="4084320" y="2438400"/>
            <a:ext cx="1584960" cy="304800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C13709C2-4653-E947-B754-658CC3DFE6A4}"/>
              </a:ext>
            </a:extLst>
          </p:cNvPr>
          <p:cNvCxnSpPr/>
          <p:nvPr/>
        </p:nvCxnSpPr>
        <p:spPr>
          <a:xfrm>
            <a:off x="4085183" y="2746651"/>
            <a:ext cx="1578058" cy="131983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FF9E1726-4787-5141-1EC5-44EACF08E91C}"/>
              </a:ext>
            </a:extLst>
          </p:cNvPr>
          <p:cNvCxnSpPr/>
          <p:nvPr/>
        </p:nvCxnSpPr>
        <p:spPr>
          <a:xfrm>
            <a:off x="3855720" y="3550920"/>
            <a:ext cx="1874520" cy="289560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2F6A85E6-1BD2-A187-8717-0B05092E5472}"/>
              </a:ext>
            </a:extLst>
          </p:cNvPr>
          <p:cNvCxnSpPr/>
          <p:nvPr/>
        </p:nvCxnSpPr>
        <p:spPr>
          <a:xfrm>
            <a:off x="3840480" y="3958950"/>
            <a:ext cx="1908163" cy="148086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BFC60C1B-CB89-9CAC-ADBC-8FEDE3807C26}"/>
              </a:ext>
            </a:extLst>
          </p:cNvPr>
          <p:cNvCxnSpPr/>
          <p:nvPr/>
        </p:nvCxnSpPr>
        <p:spPr>
          <a:xfrm>
            <a:off x="4245059" y="4367842"/>
            <a:ext cx="1584960" cy="929640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F1EDF6EC-436C-3FEE-CADC-F0F85F1F2598}"/>
              </a:ext>
            </a:extLst>
          </p:cNvPr>
          <p:cNvCxnSpPr/>
          <p:nvPr/>
        </p:nvCxnSpPr>
        <p:spPr>
          <a:xfrm>
            <a:off x="3810000" y="4739640"/>
            <a:ext cx="1935480" cy="548640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8825947"/>
      </p:ext>
    </p:extLst>
  </p:cSld>
  <p:clrMapOvr>
    <a:masterClrMapping/>
  </p:clrMapOvr>
  <p:transition spd="med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82D99534-1B1F-D43F-CDF2-3EF980E2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577" y="365125"/>
            <a:ext cx="10501223" cy="1081148"/>
          </a:xfrm>
        </p:spPr>
        <p:txBody>
          <a:bodyPr>
            <a:norm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</a:t>
            </a: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Sprase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Indexing: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B0818DA-8901-2B18-EFD7-A1477F8CDD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0200353"/>
              </p:ext>
            </p:extLst>
          </p:nvPr>
        </p:nvGraphicFramePr>
        <p:xfrm>
          <a:off x="838200" y="1825625"/>
          <a:ext cx="336804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84020">
                  <a:extLst>
                    <a:ext uri="{9D8B030D-6E8A-4147-A177-3AD203B41FA5}">
                      <a16:colId xmlns:a16="http://schemas.microsoft.com/office/drawing/2014/main" val="3400579941"/>
                    </a:ext>
                  </a:extLst>
                </a:gridCol>
                <a:gridCol w="1684020">
                  <a:extLst>
                    <a:ext uri="{9D8B030D-6E8A-4147-A177-3AD203B41FA5}">
                      <a16:colId xmlns:a16="http://schemas.microsoft.com/office/drawing/2014/main" val="38606811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Pointer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033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5264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637350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25EA0F8-0959-6418-ECE2-F90DDEFCD4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705614"/>
              </p:ext>
            </p:extLst>
          </p:nvPr>
        </p:nvGraphicFramePr>
        <p:xfrm>
          <a:off x="848264" y="3163018"/>
          <a:ext cx="3345199" cy="806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1160">
                  <a:extLst>
                    <a:ext uri="{9D8B030D-6E8A-4147-A177-3AD203B41FA5}">
                      <a16:colId xmlns:a16="http://schemas.microsoft.com/office/drawing/2014/main" val="1315052186"/>
                    </a:ext>
                  </a:extLst>
                </a:gridCol>
                <a:gridCol w="1684039">
                  <a:extLst>
                    <a:ext uri="{9D8B030D-6E8A-4147-A177-3AD203B41FA5}">
                      <a16:colId xmlns:a16="http://schemas.microsoft.com/office/drawing/2014/main" val="1965031157"/>
                    </a:ext>
                  </a:extLst>
                </a:gridCol>
              </a:tblGrid>
              <a:tr h="40334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104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7479879"/>
                  </a:ext>
                </a:extLst>
              </a:tr>
              <a:tr h="403346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785498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E59BDCC-7F70-047B-6F91-CC982F930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269874"/>
              </p:ext>
            </p:extLst>
          </p:nvPr>
        </p:nvGraphicFramePr>
        <p:xfrm>
          <a:off x="5491427" y="1845190"/>
          <a:ext cx="5867410" cy="10972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07522">
                  <a:extLst>
                    <a:ext uri="{9D8B030D-6E8A-4147-A177-3AD203B41FA5}">
                      <a16:colId xmlns:a16="http://schemas.microsoft.com/office/drawing/2014/main" val="2987300942"/>
                    </a:ext>
                  </a:extLst>
                </a:gridCol>
                <a:gridCol w="1453296">
                  <a:extLst>
                    <a:ext uri="{9D8B030D-6E8A-4147-A177-3AD203B41FA5}">
                      <a16:colId xmlns:a16="http://schemas.microsoft.com/office/drawing/2014/main" val="1534561524"/>
                    </a:ext>
                  </a:extLst>
                </a:gridCol>
                <a:gridCol w="1453296">
                  <a:extLst>
                    <a:ext uri="{9D8B030D-6E8A-4147-A177-3AD203B41FA5}">
                      <a16:colId xmlns:a16="http://schemas.microsoft.com/office/drawing/2014/main" val="3501460942"/>
                    </a:ext>
                  </a:extLst>
                </a:gridCol>
                <a:gridCol w="1453296">
                  <a:extLst>
                    <a:ext uri="{9D8B030D-6E8A-4147-A177-3AD203B41FA5}">
                      <a16:colId xmlns:a16="http://schemas.microsoft.com/office/drawing/2014/main" val="356124108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44"/>
                        </a:lnSpc>
                        <a:buNone/>
                      </a:pPr>
                      <a:endParaRPr lang="en-GB" sz="18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r>
                        <a:rPr lang="en-GB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SRoll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719" marR="35719" marT="17859" marB="178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44"/>
                        </a:lnSpc>
                        <a:buNone/>
                      </a:pPr>
                      <a:endParaRPr lang="en-GB" sz="18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r>
                        <a:rPr lang="en-GB" sz="18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SName</a:t>
                      </a:r>
                      <a:endParaRPr lang="en-GB" dirty="0" err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719" marR="35719" marT="17859" marB="178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44"/>
                        </a:lnSpc>
                        <a:buNone/>
                      </a:pPr>
                      <a:endParaRPr lang="en-GB" sz="18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r>
                        <a:rPr lang="en-GB" sz="18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SCourse</a:t>
                      </a:r>
                      <a:endParaRPr lang="en-GB" dirty="0" err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719" marR="35719" marT="17859" marB="178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44"/>
                        </a:lnSpc>
                        <a:buNone/>
                      </a:pPr>
                      <a:endParaRPr lang="en-GB" sz="18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r>
                        <a:rPr lang="en-GB" sz="18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SFee</a:t>
                      </a:r>
                      <a:endParaRPr lang="en-GB" dirty="0" err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719" marR="35719" marT="17859" marB="178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99375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44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719" marR="35719" marT="17859" marB="178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44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719" marR="35719" marT="17859" marB="178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44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719" marR="35719" marT="17859" marB="178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44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5000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719" marR="35719" marT="17859" marB="178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042127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44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719" marR="35719" marT="17859" marB="178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44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ANKIT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719" marR="35719" marT="17859" marB="178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44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719" marR="35719" marT="17859" marB="178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44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7000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719" marR="35719" marT="17859" marB="178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837273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884EDCA-6776-1332-AC84-B275A82248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67893"/>
              </p:ext>
            </p:extLst>
          </p:nvPr>
        </p:nvGraphicFramePr>
        <p:xfrm>
          <a:off x="5454329" y="3235768"/>
          <a:ext cx="5912852" cy="84378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78213">
                  <a:extLst>
                    <a:ext uri="{9D8B030D-6E8A-4147-A177-3AD203B41FA5}">
                      <a16:colId xmlns:a16="http://schemas.microsoft.com/office/drawing/2014/main" val="3803356699"/>
                    </a:ext>
                  </a:extLst>
                </a:gridCol>
                <a:gridCol w="1478213">
                  <a:extLst>
                    <a:ext uri="{9D8B030D-6E8A-4147-A177-3AD203B41FA5}">
                      <a16:colId xmlns:a16="http://schemas.microsoft.com/office/drawing/2014/main" val="500522391"/>
                    </a:ext>
                  </a:extLst>
                </a:gridCol>
                <a:gridCol w="1478213">
                  <a:extLst>
                    <a:ext uri="{9D8B030D-6E8A-4147-A177-3AD203B41FA5}">
                      <a16:colId xmlns:a16="http://schemas.microsoft.com/office/drawing/2014/main" val="2597990845"/>
                    </a:ext>
                  </a:extLst>
                </a:gridCol>
                <a:gridCol w="1478213">
                  <a:extLst>
                    <a:ext uri="{9D8B030D-6E8A-4147-A177-3AD203B41FA5}">
                      <a16:colId xmlns:a16="http://schemas.microsoft.com/office/drawing/2014/main" val="342219894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102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NEHA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3000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37734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103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MILAN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C++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5000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971662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C691738-73F4-B37B-0DF7-3FF3D8B75A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317072"/>
              </p:ext>
            </p:extLst>
          </p:nvPr>
        </p:nvGraphicFramePr>
        <p:xfrm>
          <a:off x="5454328" y="4442603"/>
          <a:ext cx="5912853" cy="76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3602814755"/>
                    </a:ext>
                  </a:extLst>
                </a:gridCol>
                <a:gridCol w="1478213">
                  <a:extLst>
                    <a:ext uri="{9D8B030D-6E8A-4147-A177-3AD203B41FA5}">
                      <a16:colId xmlns:a16="http://schemas.microsoft.com/office/drawing/2014/main" val="4186171139"/>
                    </a:ext>
                  </a:extLst>
                </a:gridCol>
                <a:gridCol w="1508627">
                  <a:extLst>
                    <a:ext uri="{9D8B030D-6E8A-4147-A177-3AD203B41FA5}">
                      <a16:colId xmlns:a16="http://schemas.microsoft.com/office/drawing/2014/main" val="2795265687"/>
                    </a:ext>
                  </a:extLst>
                </a:gridCol>
                <a:gridCol w="1478213">
                  <a:extLst>
                    <a:ext uri="{9D8B030D-6E8A-4147-A177-3AD203B41FA5}">
                      <a16:colId xmlns:a16="http://schemas.microsoft.com/office/drawing/2014/main" val="1417151782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44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104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719" marR="35719" marT="17859" marB="178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44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SITA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719" marR="35719" marT="17859" marB="178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44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DBMS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719" marR="35719" marT="17859" marB="178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44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3000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719" marR="35719" marT="17859" marB="178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990851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44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105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719" marR="35719" marT="17859" marB="178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44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GITA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719" marR="35719" marT="17859" marB="178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44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BDCN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719" marR="35719" marT="17859" marB="178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44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2000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719" marR="35719" marT="17859" marB="178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764461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75FE89E-81E1-C89D-E84F-58FC101D8C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495024"/>
              </p:ext>
            </p:extLst>
          </p:nvPr>
        </p:nvGraphicFramePr>
        <p:xfrm>
          <a:off x="5484675" y="5507391"/>
          <a:ext cx="5852160" cy="84378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416445042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96953822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35674505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399106568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106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RAVI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6000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15048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107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BIPIN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PHP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7000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844789"/>
                  </a:ext>
                </a:extLst>
              </a:tr>
            </a:tbl>
          </a:graphicData>
        </a:graphic>
      </p:graphicFrame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73B9D327-477F-6E9B-36B3-5DA3F4CC5FEC}"/>
              </a:ext>
            </a:extLst>
          </p:cNvPr>
          <p:cNvCxnSpPr/>
          <p:nvPr/>
        </p:nvCxnSpPr>
        <p:spPr>
          <a:xfrm>
            <a:off x="3505200" y="2395268"/>
            <a:ext cx="1757776" cy="863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2B447BC8-A1A2-E065-04A6-5AE419BDBC07}"/>
              </a:ext>
            </a:extLst>
          </p:cNvPr>
          <p:cNvCxnSpPr/>
          <p:nvPr/>
        </p:nvCxnSpPr>
        <p:spPr>
          <a:xfrm>
            <a:off x="3520440" y="2788920"/>
            <a:ext cx="1844040" cy="685800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EDE6C5CB-C0C9-2155-95DC-36075BF1C5D1}"/>
              </a:ext>
            </a:extLst>
          </p:cNvPr>
          <p:cNvCxnSpPr/>
          <p:nvPr/>
        </p:nvCxnSpPr>
        <p:spPr>
          <a:xfrm>
            <a:off x="3901440" y="3429000"/>
            <a:ext cx="1478280" cy="1203960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6A7DB62F-C0EB-C259-B4AB-43E976A91C14}"/>
              </a:ext>
            </a:extLst>
          </p:cNvPr>
          <p:cNvCxnSpPr/>
          <p:nvPr/>
        </p:nvCxnSpPr>
        <p:spPr>
          <a:xfrm>
            <a:off x="3916680" y="3749040"/>
            <a:ext cx="1478280" cy="1950720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0638747"/>
      </p:ext>
    </p:extLst>
  </p:cSld>
  <p:clrMapOvr>
    <a:masterClrMapping/>
  </p:clrMapOvr>
  <p:transition spd="med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A08E5-E285-443F-9B28-F250BA263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Cluster Indexing: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97F2283-D5CC-CF92-4B91-01273FD214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4161422"/>
              </p:ext>
            </p:extLst>
          </p:nvPr>
        </p:nvGraphicFramePr>
        <p:xfrm>
          <a:off x="838200" y="1825625"/>
          <a:ext cx="2726092" cy="210947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11295">
                  <a:extLst>
                    <a:ext uri="{9D8B030D-6E8A-4147-A177-3AD203B41FA5}">
                      <a16:colId xmlns:a16="http://schemas.microsoft.com/office/drawing/2014/main" val="807222309"/>
                    </a:ext>
                  </a:extLst>
                </a:gridCol>
                <a:gridCol w="1314797">
                  <a:extLst>
                    <a:ext uri="{9D8B030D-6E8A-4147-A177-3AD203B41FA5}">
                      <a16:colId xmlns:a16="http://schemas.microsoft.com/office/drawing/2014/main" val="298770205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en-GB" sz="1800" b="1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800" b="1" i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Dept_id</a:t>
                      </a:r>
                      <a:endParaRPr lang="en-GB" sz="1800" b="1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en-GB" sz="1800" b="1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8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Pointer</a:t>
                      </a:r>
                      <a:endParaRPr lang="en-GB" b="1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740093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8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GB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GB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153916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8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GB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559169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8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6725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GB" sz="18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086131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4E3AD83-44A7-9814-DB47-7E5B09DE3D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265922"/>
              </p:ext>
            </p:extLst>
          </p:nvPr>
        </p:nvGraphicFramePr>
        <p:xfrm>
          <a:off x="6096000" y="1523999"/>
          <a:ext cx="4414114" cy="1625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07522">
                  <a:extLst>
                    <a:ext uri="{9D8B030D-6E8A-4147-A177-3AD203B41FA5}">
                      <a16:colId xmlns:a16="http://schemas.microsoft.com/office/drawing/2014/main" val="4271514156"/>
                    </a:ext>
                  </a:extLst>
                </a:gridCol>
                <a:gridCol w="1453296">
                  <a:extLst>
                    <a:ext uri="{9D8B030D-6E8A-4147-A177-3AD203B41FA5}">
                      <a16:colId xmlns:a16="http://schemas.microsoft.com/office/drawing/2014/main" val="4214633114"/>
                    </a:ext>
                  </a:extLst>
                </a:gridCol>
                <a:gridCol w="1453296">
                  <a:extLst>
                    <a:ext uri="{9D8B030D-6E8A-4147-A177-3AD203B41FA5}">
                      <a16:colId xmlns:a16="http://schemas.microsoft.com/office/drawing/2014/main" val="3841447618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527"/>
                        </a:lnSpc>
                        <a:buNone/>
                      </a:pPr>
                      <a:endParaRPr lang="en-GB" sz="1800" b="1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527"/>
                        </a:lnSpc>
                        <a:buNone/>
                      </a:pPr>
                      <a:endParaRPr lang="en-GB" sz="1800" b="1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527"/>
                        </a:lnSpc>
                        <a:buNone/>
                      </a:pPr>
                      <a:endParaRPr lang="en-GB" sz="1800" b="1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527"/>
                        </a:lnSpc>
                        <a:buNone/>
                      </a:pPr>
                      <a:r>
                        <a:rPr lang="en-GB" sz="1800" b="1" i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Dep_id</a:t>
                      </a:r>
                      <a:endParaRPr lang="en-GB" sz="1800" b="1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17" marR="22317" marT="11154" marB="1115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527"/>
                        </a:lnSpc>
                        <a:buNone/>
                      </a:pPr>
                      <a:endParaRPr lang="en-GB" sz="1800" b="1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527"/>
                        </a:lnSpc>
                        <a:buNone/>
                      </a:pPr>
                      <a:endParaRPr lang="en-GB" sz="1800" b="1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527"/>
                        </a:lnSpc>
                        <a:buNone/>
                      </a:pPr>
                      <a:endParaRPr lang="en-GB" sz="1800" b="1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527"/>
                        </a:lnSpc>
                        <a:buNone/>
                      </a:pPr>
                      <a:r>
                        <a:rPr lang="en-GB" sz="1800" b="1" i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EName</a:t>
                      </a:r>
                      <a:endParaRPr lang="en-GB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17" marR="22317" marT="11154" marB="1115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527"/>
                        </a:lnSpc>
                        <a:buNone/>
                      </a:pPr>
                      <a:endParaRPr lang="en-GB" sz="1800" b="1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527"/>
                        </a:lnSpc>
                        <a:buNone/>
                      </a:pPr>
                      <a:endParaRPr lang="en-GB" sz="1800" b="1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527"/>
                        </a:lnSpc>
                        <a:buNone/>
                      </a:pPr>
                      <a:endParaRPr lang="en-GB" sz="1800" b="1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527"/>
                        </a:lnSpc>
                        <a:buNone/>
                      </a:pPr>
                      <a:r>
                        <a:rPr lang="en-GB" sz="18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Salary</a:t>
                      </a:r>
                      <a:endParaRPr lang="en-GB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17" marR="22317" marT="11154" marB="1115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81253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527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527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527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527"/>
                        </a:lnSpc>
                        <a:buNone/>
                      </a:pPr>
                      <a:r>
                        <a:rPr lang="en-GB" sz="18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GB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17" marR="22317" marT="11154" marB="1115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527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527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527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527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527"/>
                        </a:lnSpc>
                        <a:buNone/>
                      </a:pPr>
                      <a:r>
                        <a:rPr lang="en-GB" sz="18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</a:t>
                      </a:r>
                      <a:endParaRPr lang="en-GB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17" marR="22317" marT="11154" marB="1115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527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527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527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527"/>
                        </a:lnSpc>
                        <a:buNone/>
                      </a:pPr>
                      <a:r>
                        <a:rPr lang="en-GB" sz="18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50000</a:t>
                      </a:r>
                      <a:endParaRPr lang="en-GB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17" marR="22317" marT="11154" marB="1115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32096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527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527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527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527"/>
                        </a:lnSpc>
                        <a:buNone/>
                      </a:pPr>
                      <a:r>
                        <a:rPr lang="en-GB" sz="18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317" marR="22317" marT="11154" marB="1115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527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527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527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527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527"/>
                        </a:lnSpc>
                        <a:buNone/>
                      </a:pPr>
                      <a:r>
                        <a:rPr lang="en-GB" sz="18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ANKIT</a:t>
                      </a:r>
                      <a:endParaRPr lang="en-GB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17" marR="22317" marT="11154" marB="1115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527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527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527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527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527"/>
                        </a:lnSpc>
                        <a:buNone/>
                      </a:pPr>
                      <a:r>
                        <a:rPr lang="en-GB" sz="18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70000</a:t>
                      </a:r>
                      <a:endParaRPr lang="en-GB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317" marR="22317" marT="11154" marB="1115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519155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lvl="0" algn="ctr">
                        <a:lnSpc>
                          <a:spcPts val="527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527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527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527"/>
                        </a:lnSpc>
                        <a:buNone/>
                      </a:pPr>
                      <a:r>
                        <a:rPr lang="en-GB" sz="18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2316" marR="22316" marT="11154" marB="11154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527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527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527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527"/>
                        </a:lnSpc>
                        <a:buNone/>
                      </a:pPr>
                      <a:r>
                        <a:rPr lang="en-GB" sz="18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GITA</a:t>
                      </a:r>
                    </a:p>
                  </a:txBody>
                  <a:tcPr marL="22316" marR="22316" marT="11154" marB="11154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527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527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527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527"/>
                        </a:lnSpc>
                        <a:buNone/>
                      </a:pPr>
                      <a:r>
                        <a:rPr lang="en-GB" sz="18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80000</a:t>
                      </a:r>
                    </a:p>
                  </a:txBody>
                  <a:tcPr marL="22316" marR="22316" marT="11154" marB="11154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86157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590E382-0EF4-A99E-078A-388B4DBA98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331544"/>
              </p:ext>
            </p:extLst>
          </p:nvPr>
        </p:nvGraphicFramePr>
        <p:xfrm>
          <a:off x="6131811" y="3430007"/>
          <a:ext cx="4414114" cy="1234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07522">
                  <a:extLst>
                    <a:ext uri="{9D8B030D-6E8A-4147-A177-3AD203B41FA5}">
                      <a16:colId xmlns:a16="http://schemas.microsoft.com/office/drawing/2014/main" val="527155501"/>
                    </a:ext>
                  </a:extLst>
                </a:gridCol>
                <a:gridCol w="1453296">
                  <a:extLst>
                    <a:ext uri="{9D8B030D-6E8A-4147-A177-3AD203B41FA5}">
                      <a16:colId xmlns:a16="http://schemas.microsoft.com/office/drawing/2014/main" val="1831779534"/>
                    </a:ext>
                  </a:extLst>
                </a:gridCol>
                <a:gridCol w="1453296">
                  <a:extLst>
                    <a:ext uri="{9D8B030D-6E8A-4147-A177-3AD203B41FA5}">
                      <a16:colId xmlns:a16="http://schemas.microsoft.com/office/drawing/2014/main" val="1234229740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13945" marR="13945" marT="6963" marB="696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NEHA</a:t>
                      </a:r>
                    </a:p>
                  </a:txBody>
                  <a:tcPr marL="13945" marR="13945" marT="6963" marB="696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50000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45" marR="13945" marT="6963" marB="696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557243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3945" marR="13945" marT="6963" marB="696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RITA</a:t>
                      </a:r>
                    </a:p>
                  </a:txBody>
                  <a:tcPr marL="13945" marR="13945" marT="6963" marB="696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70000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45" marR="13945" marT="6963" marB="696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334612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3945" marR="13945" marT="6963" marB="696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SAYAM</a:t>
                      </a:r>
                    </a:p>
                  </a:txBody>
                  <a:tcPr marL="13945" marR="13945" marT="6963" marB="696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329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80000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45" marR="13945" marT="6963" marB="6963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539262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CA84690-BC0D-B51A-5855-FC2142DDD9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44418"/>
              </p:ext>
            </p:extLst>
          </p:nvPr>
        </p:nvGraphicFramePr>
        <p:xfrm>
          <a:off x="6095999" y="4960188"/>
          <a:ext cx="4404357" cy="15316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68119">
                  <a:extLst>
                    <a:ext uri="{9D8B030D-6E8A-4147-A177-3AD203B41FA5}">
                      <a16:colId xmlns:a16="http://schemas.microsoft.com/office/drawing/2014/main" val="6151844"/>
                    </a:ext>
                  </a:extLst>
                </a:gridCol>
                <a:gridCol w="1468119">
                  <a:extLst>
                    <a:ext uri="{9D8B030D-6E8A-4147-A177-3AD203B41FA5}">
                      <a16:colId xmlns:a16="http://schemas.microsoft.com/office/drawing/2014/main" val="1181355179"/>
                    </a:ext>
                  </a:extLst>
                </a:gridCol>
                <a:gridCol w="1468119">
                  <a:extLst>
                    <a:ext uri="{9D8B030D-6E8A-4147-A177-3AD203B41FA5}">
                      <a16:colId xmlns:a16="http://schemas.microsoft.com/office/drawing/2014/main" val="3352792590"/>
                    </a:ext>
                  </a:extLst>
                </a:gridCol>
              </a:tblGrid>
              <a:tr h="51054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44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5719" marR="35719" marT="17859" marB="178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44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RAVI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719" marR="35719" marT="17859" marB="178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44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60000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719" marR="35719" marT="17859" marB="178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0046812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44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5719" marR="35719" marT="17859" marB="178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44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BIPIN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719" marR="35719" marT="17859" marB="178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44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70000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719" marR="35719" marT="17859" marB="178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7425842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5719" marR="35719" marT="17858" marB="17858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LUCAS</a:t>
                      </a:r>
                    </a:p>
                  </a:txBody>
                  <a:tcPr marL="35719" marR="35719" marT="17858" marB="17858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endParaRPr lang="en-GB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30000</a:t>
                      </a:r>
                    </a:p>
                  </a:txBody>
                  <a:tcPr marL="35719" marR="35719" marT="17858" marB="17858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677039"/>
                  </a:ext>
                </a:extLst>
              </a:tr>
            </a:tbl>
          </a:graphicData>
        </a:graphic>
      </p:graphicFrame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7C87BAFD-4C5E-EEBF-1A78-A10F616AC53D}"/>
              </a:ext>
            </a:extLst>
          </p:cNvPr>
          <p:cNvCxnSpPr/>
          <p:nvPr/>
        </p:nvCxnSpPr>
        <p:spPr>
          <a:xfrm flipV="1">
            <a:off x="3413760" y="2150852"/>
            <a:ext cx="2722496" cy="196108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75AD636C-9717-BEFE-C1C6-E95F9F645B6D}"/>
              </a:ext>
            </a:extLst>
          </p:cNvPr>
          <p:cNvCxnSpPr/>
          <p:nvPr/>
        </p:nvCxnSpPr>
        <p:spPr>
          <a:xfrm flipV="1">
            <a:off x="3307080" y="2197724"/>
            <a:ext cx="2734573" cy="486241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5EF1F363-D494-58F1-0589-A6E9D3D8CA36}"/>
              </a:ext>
            </a:extLst>
          </p:cNvPr>
          <p:cNvCxnSpPr/>
          <p:nvPr/>
        </p:nvCxnSpPr>
        <p:spPr>
          <a:xfrm>
            <a:off x="3185160" y="3078480"/>
            <a:ext cx="2880360" cy="1005840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3F570421-372B-10B3-7477-BAD00E097D28}"/>
              </a:ext>
            </a:extLst>
          </p:cNvPr>
          <p:cNvCxnSpPr/>
          <p:nvPr/>
        </p:nvCxnSpPr>
        <p:spPr>
          <a:xfrm>
            <a:off x="3063240" y="3535680"/>
            <a:ext cx="2895600" cy="2148840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7265542"/>
      </p:ext>
    </p:extLst>
  </p:cSld>
  <p:clrMapOvr>
    <a:masterClrMapping/>
  </p:clrMapOvr>
  <p:transition spd="med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98507-8FF1-76E4-9783-F4737090B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8620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Secondary Indexing: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FFAA25B-6E4A-7241-9374-0A8E81ED87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0257288"/>
              </p:ext>
            </p:extLst>
          </p:nvPr>
        </p:nvGraphicFramePr>
        <p:xfrm>
          <a:off x="838200" y="1764349"/>
          <a:ext cx="3267992" cy="341901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91836">
                  <a:extLst>
                    <a:ext uri="{9D8B030D-6E8A-4147-A177-3AD203B41FA5}">
                      <a16:colId xmlns:a16="http://schemas.microsoft.com/office/drawing/2014/main" val="827513700"/>
                    </a:ext>
                  </a:extLst>
                </a:gridCol>
                <a:gridCol w="1576156">
                  <a:extLst>
                    <a:ext uri="{9D8B030D-6E8A-4147-A177-3AD203B41FA5}">
                      <a16:colId xmlns:a16="http://schemas.microsoft.com/office/drawing/2014/main" val="29009361"/>
                    </a:ext>
                  </a:extLst>
                </a:gridCol>
              </a:tblGrid>
              <a:tr h="420169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44"/>
                        </a:lnSpc>
                        <a:buNone/>
                      </a:pPr>
                      <a:endParaRPr lang="en-GB" sz="1800" b="1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r>
                        <a:rPr lang="en-GB" sz="18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Search Key</a:t>
                      </a:r>
                    </a:p>
                  </a:txBody>
                  <a:tcPr marL="35719" marR="35719" marT="17859" marB="178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44"/>
                        </a:lnSpc>
                        <a:buNone/>
                      </a:pPr>
                      <a:endParaRPr lang="en-GB" sz="1800" b="1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r>
                        <a:rPr lang="en-GB" sz="18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Pointer</a:t>
                      </a:r>
                      <a:endParaRPr lang="en-GB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719" marR="35719" marT="17859" marB="178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2290086"/>
                  </a:ext>
                </a:extLst>
              </a:tr>
              <a:tr h="420169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44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r>
                        <a:rPr lang="en-GB" sz="18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r>
                        <a:rPr lang="en-GB" sz="18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r>
                        <a:rPr lang="en-GB" sz="18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719" marR="35719" marT="17859" marB="178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719" marR="35719" marT="17859" marB="178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3378637"/>
                  </a:ext>
                </a:extLst>
              </a:tr>
              <a:tr h="420169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44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r>
                        <a:rPr lang="en-GB" sz="18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r>
                        <a:rPr lang="en-GB" sz="18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r>
                        <a:rPr lang="en-GB" sz="18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719" marR="35719" marT="17859" marB="178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719" marR="35719" marT="17859" marB="178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006470"/>
                  </a:ext>
                </a:extLst>
              </a:tr>
              <a:tr h="420169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44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r>
                        <a:rPr lang="en-GB" sz="18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r>
                        <a:rPr lang="en-GB" sz="18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r>
                        <a:rPr lang="en-GB" sz="18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719" marR="35719" marT="17859" marB="178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719" marR="35719" marT="17859" marB="178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3693673"/>
                  </a:ext>
                </a:extLst>
              </a:tr>
              <a:tr h="437677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844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r>
                        <a:rPr lang="en-GB" sz="18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</a:t>
                      </a: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r>
                        <a:rPr lang="en-GB" sz="18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  <a:p>
                      <a:pPr lvl="0" algn="ctr">
                        <a:lnSpc>
                          <a:spcPts val="844"/>
                        </a:lnSpc>
                        <a:buNone/>
                      </a:pPr>
                      <a:endParaRPr lang="en-GB" sz="18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719" marR="35719" marT="17859" marB="178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719" marR="35719" marT="17859" marB="178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54756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D8E2EB5-DCDF-7D98-0B45-8B8A7C63D1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623111"/>
              </p:ext>
            </p:extLst>
          </p:nvPr>
        </p:nvGraphicFramePr>
        <p:xfrm>
          <a:off x="5262113" y="1552754"/>
          <a:ext cx="5897876" cy="4028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74469">
                  <a:extLst>
                    <a:ext uri="{9D8B030D-6E8A-4147-A177-3AD203B41FA5}">
                      <a16:colId xmlns:a16="http://schemas.microsoft.com/office/drawing/2014/main" val="134335522"/>
                    </a:ext>
                  </a:extLst>
                </a:gridCol>
                <a:gridCol w="1474469">
                  <a:extLst>
                    <a:ext uri="{9D8B030D-6E8A-4147-A177-3AD203B41FA5}">
                      <a16:colId xmlns:a16="http://schemas.microsoft.com/office/drawing/2014/main" val="48567216"/>
                    </a:ext>
                  </a:extLst>
                </a:gridCol>
                <a:gridCol w="1474469">
                  <a:extLst>
                    <a:ext uri="{9D8B030D-6E8A-4147-A177-3AD203B41FA5}">
                      <a16:colId xmlns:a16="http://schemas.microsoft.com/office/drawing/2014/main" val="2855443011"/>
                    </a:ext>
                  </a:extLst>
                </a:gridCol>
                <a:gridCol w="1474469">
                  <a:extLst>
                    <a:ext uri="{9D8B030D-6E8A-4147-A177-3AD203B41FA5}">
                      <a16:colId xmlns:a16="http://schemas.microsoft.com/office/drawing/2014/main" val="28006003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Search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521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lvl="0" algn="ctr"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</a:p>
                    <a:p>
                      <a:pPr lvl="0" algn="ctr"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953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</a:t>
                      </a:r>
                    </a:p>
                    <a:p>
                      <a:pPr lvl="0" algn="ctr"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  <a:p>
                      <a:pPr lvl="0" algn="ctr"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950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  <a:p>
                      <a:pPr lvl="0" algn="ctr"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  <a:p>
                      <a:pPr lvl="0" algn="ctr"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030287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  <a:p>
                      <a:pPr lvl="0" algn="ctr"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  <a:p>
                      <a:pPr lvl="0" algn="ctr"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417825"/>
                  </a:ext>
                </a:extLst>
              </a:tr>
            </a:tbl>
          </a:graphicData>
        </a:graphic>
      </p:graphicFrame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BD2E25B0-3D7B-AFE5-38D5-F37145582E28}"/>
              </a:ext>
            </a:extLst>
          </p:cNvPr>
          <p:cNvCxnSpPr/>
          <p:nvPr/>
        </p:nvCxnSpPr>
        <p:spPr>
          <a:xfrm>
            <a:off x="3185160" y="2407920"/>
            <a:ext cx="2087880" cy="76200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22DBDB92-3B0B-F5F2-4C7E-644CBBD819D6}"/>
              </a:ext>
            </a:extLst>
          </p:cNvPr>
          <p:cNvCxnSpPr/>
          <p:nvPr/>
        </p:nvCxnSpPr>
        <p:spPr>
          <a:xfrm>
            <a:off x="3174809" y="2545943"/>
            <a:ext cx="2081265" cy="90577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BC37A5D6-6314-278D-0AB3-AA7B49B59DB0}"/>
              </a:ext>
            </a:extLst>
          </p:cNvPr>
          <p:cNvCxnSpPr/>
          <p:nvPr/>
        </p:nvCxnSpPr>
        <p:spPr>
          <a:xfrm>
            <a:off x="3276600" y="2621280"/>
            <a:ext cx="2011680" cy="594360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517361A5-1D8F-C987-E367-7F41CDBB2B21}"/>
              </a:ext>
            </a:extLst>
          </p:cNvPr>
          <p:cNvCxnSpPr/>
          <p:nvPr/>
        </p:nvCxnSpPr>
        <p:spPr>
          <a:xfrm>
            <a:off x="3733800" y="3337560"/>
            <a:ext cx="1493520" cy="137160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E020EAB0-D3DC-F526-6FA2-67D24B9B3602}"/>
              </a:ext>
            </a:extLst>
          </p:cNvPr>
          <p:cNvCxnSpPr/>
          <p:nvPr/>
        </p:nvCxnSpPr>
        <p:spPr>
          <a:xfrm>
            <a:off x="3825239" y="4953000"/>
            <a:ext cx="1386840" cy="137160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0AE10D11-9A90-CE73-C569-34E94EFBE3D8}"/>
              </a:ext>
            </a:extLst>
          </p:cNvPr>
          <p:cNvCxnSpPr/>
          <p:nvPr/>
        </p:nvCxnSpPr>
        <p:spPr>
          <a:xfrm>
            <a:off x="3485935" y="3473858"/>
            <a:ext cx="1569720" cy="1844040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71C015FD-F6D1-C597-B9FD-F3D27E7693A7}"/>
              </a:ext>
            </a:extLst>
          </p:cNvPr>
          <p:cNvCxnSpPr/>
          <p:nvPr/>
        </p:nvCxnSpPr>
        <p:spPr>
          <a:xfrm flipV="1">
            <a:off x="3669388" y="3353088"/>
            <a:ext cx="1573171" cy="1662598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398713"/>
      </p:ext>
    </p:extLst>
  </p:cSld>
  <p:clrMapOvr>
    <a:masterClrMapping/>
  </p:clrMapOvr>
  <p:transition spd="med">
    <p:wipe/>
  </p:transition>
</p:sld>
</file>

<file path=ppt/theme/theme1.xml><?xml version="1.0" encoding="utf-8"?>
<a:theme xmlns:a="http://schemas.openxmlformats.org/drawingml/2006/main" name="BohemianVTI">
  <a:themeElements>
    <a:clrScheme name="BohemianVTI">
      <a:dk1>
        <a:sysClr val="windowText" lastClr="000000"/>
      </a:dk1>
      <a:lt1>
        <a:sysClr val="window" lastClr="FFFFFF"/>
      </a:lt1>
      <a:dk2>
        <a:srgbClr val="323232"/>
      </a:dk2>
      <a:lt2>
        <a:srgbClr val="F4F1EF"/>
      </a:lt2>
      <a:accent1>
        <a:srgbClr val="8F4F58"/>
      </a:accent1>
      <a:accent2>
        <a:srgbClr val="D09182"/>
      </a:accent2>
      <a:accent3>
        <a:srgbClr val="C7A085"/>
      </a:accent3>
      <a:accent4>
        <a:srgbClr val="ADA085"/>
      </a:accent4>
      <a:accent5>
        <a:srgbClr val="5F787F"/>
      </a:accent5>
      <a:accent6>
        <a:srgbClr val="5A6768"/>
      </a:accent6>
      <a:hlink>
        <a:srgbClr val="A25872"/>
      </a:hlink>
      <a:folHlink>
        <a:srgbClr val="667A7E"/>
      </a:folHlink>
    </a:clrScheme>
    <a:fontScheme name="BohemianVTI">
      <a:majorFont>
        <a:latin typeface="Modern Love"/>
        <a:ea typeface=""/>
        <a:cs typeface=""/>
      </a:majorFont>
      <a:minorFont>
        <a:latin typeface="Avenir Next LT Pro"/>
        <a:ea typeface=""/>
        <a:cs typeface=""/>
      </a:minorFont>
    </a:fontScheme>
    <a:fmtScheme name="Bohemian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hemianVTI" id="{AA0957B6-9651-4F50-8EB8-D9F009F1C26A}" vid="{D1E7B544-9A8A-44B5-ABA3-322A5F04534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</TotalTime>
  <Words>873</Words>
  <Application>Microsoft Office PowerPoint</Application>
  <PresentationFormat>Widescreen</PresentationFormat>
  <Paragraphs>485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Avenir Next LT Pro</vt:lpstr>
      <vt:lpstr>Courier New</vt:lpstr>
      <vt:lpstr>Modern Love</vt:lpstr>
      <vt:lpstr>Times New Roman</vt:lpstr>
      <vt:lpstr>BohemianVTI</vt:lpstr>
      <vt:lpstr>DML Triggers and Indexing</vt:lpstr>
      <vt:lpstr>What is trigger? </vt:lpstr>
      <vt:lpstr>DML Triggers</vt:lpstr>
      <vt:lpstr>AFTER Triggers</vt:lpstr>
      <vt:lpstr>INSTEAD OF Triggers</vt:lpstr>
      <vt:lpstr>PowerPoint Presentation</vt:lpstr>
      <vt:lpstr>Syntax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Indexing</vt:lpstr>
      <vt:lpstr>PowerPoint Presentation</vt:lpstr>
      <vt:lpstr>Type of Indexing</vt:lpstr>
      <vt:lpstr>PowerPoint Presentation</vt:lpstr>
      <vt:lpstr>Example of Sprase Indexing:</vt:lpstr>
      <vt:lpstr>Example of Cluster Indexing:</vt:lpstr>
      <vt:lpstr>Example of Secondary Indexing: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Indexing</dc:title>
  <dc:creator>Luniva</dc:creator>
  <cp:lastModifiedBy>User</cp:lastModifiedBy>
  <cp:revision>674</cp:revision>
  <dcterms:created xsi:type="dcterms:W3CDTF">2025-08-03T11:49:43Z</dcterms:created>
  <dcterms:modified xsi:type="dcterms:W3CDTF">2025-08-04T04:06:48Z</dcterms:modified>
</cp:coreProperties>
</file>